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7.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4" r:id="rId3"/>
    <p:sldMasterId id="2147483696" r:id="rId4"/>
    <p:sldMasterId id="2147483702" r:id="rId5"/>
    <p:sldMasterId id="2147483708" r:id="rId6"/>
    <p:sldMasterId id="2147483730" r:id="rId7"/>
    <p:sldMasterId id="2147483743" r:id="rId8"/>
  </p:sldMasterIdLst>
  <p:notesMasterIdLst>
    <p:notesMasterId r:id="rId20"/>
  </p:notesMasterIdLst>
  <p:sldIdLst>
    <p:sldId id="137227" r:id="rId9"/>
    <p:sldId id="2147479486" r:id="rId10"/>
    <p:sldId id="2147479483" r:id="rId11"/>
    <p:sldId id="2147479487" r:id="rId12"/>
    <p:sldId id="2147479488" r:id="rId13"/>
    <p:sldId id="2147479489" r:id="rId14"/>
    <p:sldId id="2147479490" r:id="rId15"/>
    <p:sldId id="2147479491" r:id="rId16"/>
    <p:sldId id="2147479492" r:id="rId17"/>
    <p:sldId id="262" r:id="rId18"/>
    <p:sldId id="2147479493" r:id="rId19"/>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EFE7674-E940-484F-A97F-D238A894A5CF}">
          <p14:sldIdLst>
            <p14:sldId id="137227"/>
            <p14:sldId id="2147479486"/>
            <p14:sldId id="2147479483"/>
            <p14:sldId id="2147479487"/>
            <p14:sldId id="2147479488"/>
            <p14:sldId id="2147479489"/>
            <p14:sldId id="2147479490"/>
            <p14:sldId id="2147479491"/>
            <p14:sldId id="2147479492"/>
            <p14:sldId id="262"/>
            <p14:sldId id="2147479493"/>
          </p14:sldIdLst>
        </p14:section>
        <p14:section name="資料置き場" id="{DA2579B4-7817-413B-B3FD-C9D74BED9F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00B0F0"/>
    <a:srgbClr val="FFCCCC"/>
    <a:srgbClr val="FFCCFF"/>
    <a:srgbClr val="FFFFFF"/>
    <a:srgbClr val="FFFBE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486" autoAdjust="0"/>
    <p:restoredTop sz="94660"/>
  </p:normalViewPr>
  <p:slideViewPr>
    <p:cSldViewPr snapToGrid="0">
      <p:cViewPr varScale="1">
        <p:scale>
          <a:sx n="68" d="100"/>
          <a:sy n="68"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slide" Target="slides/slide10.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theme" Target="theme/theme1.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273" y="0"/>
            <a:ext cx="2919518" cy="495188"/>
          </a:xfrm>
          <a:prstGeom prst="rect">
            <a:avLst/>
          </a:prstGeom>
        </p:spPr>
        <p:txBody>
          <a:bodyPr vert="horz" lIns="91440" tIns="45720" rIns="91440" bIns="45720" rtlCol="0"/>
          <a:lstStyle>
            <a:lvl1pPr algn="r">
              <a:defRPr sz="1200"/>
            </a:lvl1pPr>
          </a:lstStyle>
          <a:p>
            <a:fld id="{A7106A37-0208-42A8-AA56-132C7D537F40}" type="datetimeFigureOut">
              <a:rPr kumimoji="1" lang="ja-JP" altLang="en-US" smtClean="0"/>
              <a:t>2026/2/10</a:t>
            </a:fld>
            <a:endParaRPr kumimoji="1" lang="ja-JP" altLang="en-US"/>
          </a:p>
        </p:txBody>
      </p:sp>
      <p:sp>
        <p:nvSpPr>
          <p:cNvPr id="4" name="スライド イメージ プレースホルダー 3"/>
          <p:cNvSpPr>
            <a:spLocks noGrp="1" noRot="1" noChangeAspect="1"/>
          </p:cNvSpPr>
          <p:nvPr>
            <p:ph type="sldImg" idx="2"/>
          </p:nvPr>
        </p:nvSpPr>
        <p:spPr>
          <a:xfrm>
            <a:off x="409575" y="1233488"/>
            <a:ext cx="5918200"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735" y="4749691"/>
            <a:ext cx="5389880" cy="3886111"/>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4301"/>
            <a:ext cx="2919518" cy="4951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273" y="9374301"/>
            <a:ext cx="2919518" cy="495187"/>
          </a:xfrm>
          <a:prstGeom prst="rect">
            <a:avLst/>
          </a:prstGeom>
        </p:spPr>
        <p:txBody>
          <a:bodyPr vert="horz" lIns="91440" tIns="45720" rIns="91440" bIns="45720" rtlCol="0" anchor="b"/>
          <a:lstStyle>
            <a:lvl1pPr algn="r">
              <a:defRPr sz="1200"/>
            </a:lvl1pPr>
          </a:lstStyle>
          <a:p>
            <a:fld id="{55AEFDBE-3E9D-4DC4-A843-A45D0B873D19}" type="slidenum">
              <a:rPr kumimoji="1" lang="ja-JP" altLang="en-US" smtClean="0"/>
              <a:t>‹#›</a:t>
            </a:fld>
            <a:endParaRPr kumimoji="1" lang="ja-JP" altLang="en-US"/>
          </a:p>
        </p:txBody>
      </p:sp>
    </p:spTree>
    <p:extLst>
      <p:ext uri="{BB962C8B-B14F-4D97-AF65-F5344CB8AC3E}">
        <p14:creationId xmlns:p14="http://schemas.microsoft.com/office/powerpoint/2010/main" val="3437797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コンセプトを受け、システムの維持管理部門にログ等の情報提供を依頼しました。</a:t>
            </a:r>
          </a:p>
        </p:txBody>
      </p:sp>
      <p:sp>
        <p:nvSpPr>
          <p:cNvPr id="4" name="スライド番号プレースホルダー 3"/>
          <p:cNvSpPr>
            <a:spLocks noGrp="1"/>
          </p:cNvSpPr>
          <p:nvPr>
            <p:ph type="sldNum" sz="quarter" idx="5"/>
          </p:nvPr>
        </p:nvSpPr>
        <p:spPr/>
        <p:txBody>
          <a:bodyPr/>
          <a:lstStyle/>
          <a:p>
            <a:fld id="{4F8E682D-1574-483D-993D-765A85EA09C8}" type="slidenum">
              <a:rPr lang="ja-JP" altLang="en-US" smtClean="0"/>
              <a:pPr/>
              <a:t>2</a:t>
            </a:fld>
            <a:endParaRPr lang="ja-JP" altLang="en-US" dirty="0"/>
          </a:p>
        </p:txBody>
      </p:sp>
    </p:spTree>
    <p:extLst>
      <p:ext uri="{BB962C8B-B14F-4D97-AF65-F5344CB8AC3E}">
        <p14:creationId xmlns:p14="http://schemas.microsoft.com/office/powerpoint/2010/main" val="2015450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2316325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35559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585480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904249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74787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3492893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9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24E4A8-7746-4F23-80D3-9C40E2CEE2B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BAA5EBD-5DC5-4DEB-982C-DD9DF8C522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650B668-4119-4AED-B29A-EEB0389365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1712881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4089941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36097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288664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BBE3E3-0EEA-4B82-8C07-C0800279018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586C850-13E5-4801-A94D-BA22A0537F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4B681FE1-1B19-41D6-BB1C-8FFA47979609}"/>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673A8D7F-C544-4B49-B82F-D53D43DE51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022A5F0-5170-4A61-969E-D643EE933AE7}"/>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0491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47A06A-2B73-4B38-A422-FB731366748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4E7E7C-7429-43AE-9BAE-173BFF274A8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621D86-6CC7-4A37-BC26-4B5D54D8F745}"/>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34203AE1-FE14-46A5-997C-092EE87588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EB2C2BD-AA44-446E-BD22-627025355828}"/>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691699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C6C7DE-C1F5-4110-B269-225A4CBE9AD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5B9C15-BC7C-4699-AEFB-FB733FAABE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298CA3B-6448-45A5-87BC-58CDDC02087C}"/>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AA4D0989-39C7-4F26-8A14-58CA23E9F2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AB8AB3-E88C-48B5-8EA3-DEB35C5C12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9160177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D9EC6-17E7-4FC3-A018-A42B44F79EE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2A0458C-2F30-4B29-8BEA-078FEA66C0F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AD8A247-6222-46B4-8719-D1AFC854008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53F050E-7C01-4EF3-B42E-45A1E2FB15C2}"/>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F23616AE-FD8E-41B4-821C-244AB66366B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60CE6B4-984C-4FF1-84FE-646806D07CF3}"/>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8126936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42B0DD-57B6-43D2-B9B4-3EC74A6BDF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D060C5-439C-48F8-BF12-84F496BE1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C339911-FB15-42FD-BC4E-3658ACB2425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5983156-6A2A-4107-9E92-D5F2D4C1B7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C578499-29E1-4411-AA04-FA2385C1170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E8307-0898-4D27-A690-5312F8898EA1}"/>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DE566317-3B4F-4478-8048-D1B7777F92F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28AEE88-CC5E-4B1B-8140-F8E270046859}"/>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035367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9FBF3A-4286-4072-A1F9-4B5DB332DDFB}"/>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D960A7D-0D5A-4B23-AE22-616961E065DF}"/>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CA18DC1F-46E2-410D-B2DE-8075C717DEB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883FAB-04F4-4799-A7AA-3D20B4ECB5C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3397395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81B88127-C17F-4EB8-9F3D-5DBB000C54F4}"/>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565D9337-91C3-4D65-89A8-73986E95365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6CA30C-3F61-46EB-BE77-E2582AEDC776}"/>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38086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EF623F-3D9D-4EA8-AC4B-7D1A4827E7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C469A5B-9205-4BBF-943D-7AAFA7FBB3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47E3398-9439-400F-86E2-58DA9CF6B9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D1E8BA5-EA54-4753-930C-087CE93E6BCD}"/>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C0516814-B2CB-4007-84F6-573578B95B3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DBFE6C-F57E-4BD6-8274-46CEB5BFB29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38643818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D7A6F7-AAB8-4E62-957D-E47F77D68E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0E4FE5C-64F7-46BC-B622-D3BED76DA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0A213FE-294F-4A64-8F6E-1D1FF1CC5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4213A07-CA93-4D7D-B0AD-917D43F18CDA}"/>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FB794F00-B18C-409E-A49D-3F511C62C8C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285A460-CF6C-4EEA-B632-A539A8C82E5B}"/>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2098420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97AA4-4467-43E5-981E-782ED9D5B39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DB98564-82A8-41CA-B165-492545D8872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C6EF7A-8B3E-4218-8A94-25AE9EBFBADE}"/>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9FF6C10-F033-4D98-9D04-D3FD9CF5952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F53E618-A735-4F62-88D1-B9D54C349FD5}"/>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12803066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786EE02-8A30-43A8-BCEF-3B3B853D85D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6EA7EE8-B98A-4A60-8020-CB65169DFC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D00EA-2523-4B38-9513-90B876C8CE40}"/>
              </a:ext>
            </a:extLst>
          </p:cNvPr>
          <p:cNvSpPr>
            <a:spLocks noGrp="1"/>
          </p:cNvSpPr>
          <p:nvPr>
            <p:ph type="dt" sz="half" idx="10"/>
          </p:nvPr>
        </p:nvSpPr>
        <p:spPr/>
        <p:txBody>
          <a:body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9600BEE2-AA4E-4ADC-B971-6EAE221289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E30320-E472-42B1-9CBA-9E7465A8F89F}"/>
              </a:ext>
            </a:extLst>
          </p:cNvPr>
          <p:cNvSpPr>
            <a:spLocks noGrp="1"/>
          </p:cNvSpPr>
          <p:nvPr>
            <p:ph type="sldNum" sz="quarter" idx="12"/>
          </p:nvPr>
        </p:nvSpPr>
        <p:spPr/>
        <p:txBody>
          <a:bodyPr/>
          <a:lstStyle/>
          <a:p>
            <a:fld id="{290762DD-1B69-48C9-A635-1F8398D530E4}" type="slidenum">
              <a:rPr kumimoji="1" lang="ja-JP" altLang="en-US" smtClean="0"/>
              <a:t>‹#›</a:t>
            </a:fld>
            <a:endParaRPr kumimoji="1" lang="ja-JP" altLang="en-US"/>
          </a:p>
        </p:txBody>
      </p:sp>
    </p:spTree>
    <p:extLst>
      <p:ext uri="{BB962C8B-B14F-4D97-AF65-F5344CB8AC3E}">
        <p14:creationId xmlns:p14="http://schemas.microsoft.com/office/powerpoint/2010/main" val="41881427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59DB68-E3C6-46D7-AF23-FBC813A895B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D26D68D-1E89-4642-A323-54C434F364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82DF435-F0AA-4ADA-AEFD-E619FC9FD82B}"/>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3FEE3DDB-FF4E-4A18-B731-382E0C1006E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E5D8B0-9DED-4CA5-A29F-9270AD981683}"/>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475556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12CA2-5405-4F98-BC9D-06B378F9C63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AE3FFF2-609A-4E2D-8104-5E586D0BD82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51D4F6-E4D4-473D-A25A-F44D8C0538D9}"/>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F77DA020-6D14-4C9A-AFA0-AFA24569F34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50A82D-CFA5-4413-B967-A4208AC6BD27}"/>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33147381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500A4C-A750-4B3A-97C1-ED613CC6C94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4710F46-6713-4692-A977-4E9FC8269E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874157D-7869-4C68-B13A-AC4888EC7B1C}"/>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47D01520-2655-4856-98FF-08D0BF3AFF5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31C10A-F85A-4922-B74A-82AF64BA4D8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116634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6F011A-F92A-4D8F-AE37-1BF614987E0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216384-A9F9-4A8E-BEFE-2E39D137CF4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F0314DA-7D23-460C-A084-5FB52FDE7D9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B42481-C948-43D4-93EC-FDA407FCE93E}"/>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C42B66B5-8033-4373-8543-D15E35A94E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8FD8700-B1E5-4B93-9D3B-193BFC90A171}"/>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671488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25819-BC2E-4E8B-87A7-29A2DA1A18E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0AF79A3-1D67-42B6-B707-9B3521E67B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2E6391C-44E3-487A-8228-5F7CF42B406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B70B465-3F0E-4A64-AB60-A4465EFEC6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640B408-0E63-4B14-985D-8137F621426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8826D2D-63AF-457C-9492-10A5186165E8}"/>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D9111B03-2E95-4241-AB8E-CA25CC7E96B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AB84ADA-0AE4-48CE-BB7E-06551E8B1EC5}"/>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5735097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2F955A-2F9F-4FA8-8CD0-42689757685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A8B380B-4889-466A-92D4-CF2792CB557A}"/>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A3D55B97-AB8B-4783-A1C9-17990264938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77BC9F-968F-4D50-AADE-6E86FB9BB1DE}"/>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5525693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83BD247-D601-43C9-8D4D-A31F7185B4F8}"/>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3216ABB8-909E-4BDE-BE6E-E32EF568E71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F015C5-88F7-4BD9-8BEA-459FA5386BE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873137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B85CA6-F67E-4DC5-AEFA-EB8B0E842E2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A1004C-EB6D-4DBD-92CA-718F84B12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AE2190D-67A9-48AD-BCA0-91B4A0859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5FE975C-F457-4DE2-8B82-716E1427B4DB}"/>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52457126-352A-4CC2-8A9E-B2F8ADC5014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003C05-1581-446A-B1C3-07D1A70F0EA2}"/>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2912867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1B5E4A-6541-46CA-A34B-7C1160D077F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C5E752-44E6-4040-B48D-814B0742D8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F571D196-E7B4-4F84-A6E6-42383A540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890D2F4-F0C4-4F8F-877E-31208CFCCB52}"/>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1E009372-E1AC-4470-AB8C-3586CEDBFB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6EBBE4-AD98-4C65-9198-FFCDAF954276}"/>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707099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154EC-89EA-4A45-ACDA-D193AB3E99A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80F9937-B971-40C3-A311-CF2B578AB48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1E7D36-F223-47F0-83AF-6F3A167EF23B}"/>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DD4966A1-BBD1-4F0C-9A91-600755EF29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7D0A5F-3E2C-477D-85FA-8C3FD6EF084B}"/>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19546697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17770D-BDB0-4EEB-BA7D-67863E079A6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F17CD1-9D51-4B59-B076-A001ABD62AC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E9C6921-CC7A-40E8-A4EC-1A47393AC049}"/>
              </a:ext>
            </a:extLst>
          </p:cNvPr>
          <p:cNvSpPr>
            <a:spLocks noGrp="1"/>
          </p:cNvSpPr>
          <p:nvPr>
            <p:ph type="dt" sz="half" idx="10"/>
          </p:nvPr>
        </p:nvSpPr>
        <p:spPr/>
        <p:txBody>
          <a:body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190B501B-EBEC-4A44-A378-D800433E171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87E09B4-7BD6-47E3-8E09-F2CE1676EEFC}"/>
              </a:ext>
            </a:extLst>
          </p:cNvPr>
          <p:cNvSpPr>
            <a:spLocks noGrp="1"/>
          </p:cNvSpPr>
          <p:nvPr>
            <p:ph type="sldNum" sz="quarter" idx="12"/>
          </p:nvPr>
        </p:nvSpPr>
        <p:spPr/>
        <p:txBody>
          <a:bodyPr/>
          <a:lstStyle/>
          <a:p>
            <a:fld id="{4B82BEDA-FC73-43FB-8705-8E0CB56C2A53}" type="slidenum">
              <a:rPr kumimoji="1" lang="ja-JP" altLang="en-US" smtClean="0"/>
              <a:t>‹#›</a:t>
            </a:fld>
            <a:endParaRPr kumimoji="1" lang="ja-JP" altLang="en-US"/>
          </a:p>
        </p:txBody>
      </p:sp>
    </p:spTree>
    <p:extLst>
      <p:ext uri="{BB962C8B-B14F-4D97-AF65-F5344CB8AC3E}">
        <p14:creationId xmlns:p14="http://schemas.microsoft.com/office/powerpoint/2010/main" val="4224168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5404075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E68D6C1-B07F-410E-B194-A5CE3B2A1E11}"/>
              </a:ext>
            </a:extLst>
          </p:cNvPr>
          <p:cNvSpPr>
            <a:spLocks noGrp="1"/>
          </p:cNvSpPr>
          <p:nvPr>
            <p:ph type="sldNum" sz="quarter" idx="12"/>
          </p:nvPr>
        </p:nvSpPr>
        <p:spPr/>
        <p:txBody>
          <a:bodyPr/>
          <a:lstStyle/>
          <a:p>
            <a:fld id="{5B7081D9-8F3A-4C2A-8F7E-FB0E45FE6BE0}" type="slidenum">
              <a:rPr kumimoji="1" lang="ja-JP" altLang="en-US" smtClean="0"/>
              <a:t>‹#›</a:t>
            </a:fld>
            <a:endParaRPr kumimoji="1" lang="ja-JP" altLang="en-US"/>
          </a:p>
        </p:txBody>
      </p:sp>
    </p:spTree>
    <p:extLst>
      <p:ext uri="{BB962C8B-B14F-4D97-AF65-F5344CB8AC3E}">
        <p14:creationId xmlns:p14="http://schemas.microsoft.com/office/powerpoint/2010/main" val="1663453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15401585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4758182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37829799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1552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9131331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1769017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目次スライド">
    <p:spTree>
      <p:nvGrpSpPr>
        <p:cNvPr id="1" name=""/>
        <p:cNvGrpSpPr/>
        <p:nvPr/>
      </p:nvGrpSpPr>
      <p:grpSpPr>
        <a:xfrm>
          <a:off x="0" y="0"/>
          <a:ext cx="0" cy="0"/>
          <a:chOff x="0" y="0"/>
          <a:chExt cx="0" cy="0"/>
        </a:xfrm>
      </p:grpSpPr>
      <p:cxnSp>
        <p:nvCxnSpPr>
          <p:cNvPr id="8" name="直線コネクタ 7"/>
          <p:cNvCxnSpPr/>
          <p:nvPr userDrawn="1"/>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7" name="スライド番号プレースホルダー 5">
            <a:extLst>
              <a:ext uri="{FF2B5EF4-FFF2-40B4-BE49-F238E27FC236}">
                <a16:creationId xmlns:a16="http://schemas.microsoft.com/office/drawing/2014/main" id="{BC7B947E-7309-4E90-BC14-4E921A8827A3}"/>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1400"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851231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4514E3-AA6A-40E8-9BCC-4B1FE39F1CA5}"/>
              </a:ext>
            </a:extLst>
          </p:cNvPr>
          <p:cNvSpPr>
            <a:spLocks noGrp="1"/>
          </p:cNvSpPr>
          <p:nvPr>
            <p:ph type="title"/>
          </p:nvPr>
        </p:nvSpPr>
        <p:spPr>
          <a:xfrm>
            <a:off x="2002366" y="109009"/>
            <a:ext cx="8373533" cy="482600"/>
          </a:xfrm>
          <a:prstGeom prst="rect">
            <a:avLst/>
          </a:prstGeom>
        </p:spPr>
        <p:txBody>
          <a:bodyPr/>
          <a:lstStyle>
            <a:lvl1pPr algn="ctr">
              <a:defRPr sz="2800">
                <a:latin typeface="ＭＳ ゴシック" panose="020B0609070205080204" pitchFamily="49" charset="-128"/>
                <a:ea typeface="ＭＳ ゴシック" panose="020B0609070205080204" pitchFamily="49" charset="-128"/>
              </a:defRPr>
            </a:lvl1pPr>
          </a:lstStyle>
          <a:p>
            <a:r>
              <a:rPr kumimoji="1" lang="ja-JP" altLang="en-US"/>
              <a:t>マスター タイトルの書式設定</a:t>
            </a:r>
          </a:p>
        </p:txBody>
      </p:sp>
    </p:spTree>
    <p:extLst>
      <p:ext uri="{BB962C8B-B14F-4D97-AF65-F5344CB8AC3E}">
        <p14:creationId xmlns:p14="http://schemas.microsoft.com/office/powerpoint/2010/main" val="8475018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8282DB-9456-43D2-9967-8F9BD124F10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36AC45E-3DCE-4DB2-A652-35CE34060F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60DE943-D9EA-4016-A800-91B798A8904C}"/>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D8536384-F63E-4CE8-AE85-4C40D22AA6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8AB9E5-DA0A-4C1C-82A1-01167F962122}"/>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0379194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F7284-450E-4140-8EA6-B99D9001BC7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F4FDC0-F2A2-4BAC-B04D-9B9D4BD3CBD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F8A4E96-D3FD-4F4C-9A3B-7E0669041BE8}"/>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818EFA7-AD42-431B-99A8-ED8738E83F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725CD7B-AACB-4E03-AF39-BA1C85EC2B38}"/>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972390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F97229-B313-4911-8E39-3C3849A2AB93}"/>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0620DCB-D2C1-4E1F-92BF-E7BB71D510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84A6C02-C621-4D5E-9D24-13DD485EBD62}"/>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EA00E040-7675-47A0-81B7-0B49F560CA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4099A04-550B-47E2-9A40-BABD39CE238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2707045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3B6854-E28B-48A5-89A4-5363A8639BE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319BB15-1304-4A49-AEA6-E79792DF7F5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A39F65-A23E-4324-8910-96343C17FE5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1FA9E79-A443-46F8-A33C-E5012234F9F5}"/>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83F4E620-1088-4C8D-9B0A-91C33A730F5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AD4DF0D-46FD-4D6B-9B14-714161AC61FD}"/>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878675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31180D-4160-425C-9158-8198714A126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FC7D05-CB5C-4FF8-881C-8A14D977E5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DA76C5-C0DA-4E9F-804A-D24C41EA193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EBE080F4-C828-4C82-B131-17D840502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AF6854D-15FC-4CA9-9423-1758CC4601BE}"/>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FFEF05-68BF-4F6E-A817-FEB6DB096363}"/>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8" name="フッター プレースホルダー 7">
            <a:extLst>
              <a:ext uri="{FF2B5EF4-FFF2-40B4-BE49-F238E27FC236}">
                <a16:creationId xmlns:a16="http://schemas.microsoft.com/office/drawing/2014/main" id="{A8ADA1C5-B00A-4FFC-ADE6-97366E9B53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A4EBFE8-B6D1-4F56-81B4-2FAFF117B684}"/>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964507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1547E-C7AB-4838-8D9E-06B9F00B0C9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AC269B1-B32F-4636-86AB-50909BA7D02F}"/>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4" name="フッター プレースホルダー 3">
            <a:extLst>
              <a:ext uri="{FF2B5EF4-FFF2-40B4-BE49-F238E27FC236}">
                <a16:creationId xmlns:a16="http://schemas.microsoft.com/office/drawing/2014/main" id="{7CDDD0D8-6E8A-42A9-8BA3-20A2FC9303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EAE2B70-763E-41CB-A658-7168CE65EBD1}"/>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27076482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D618DC-6457-4BEB-BD6D-48F5BAFBA167}"/>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3" name="フッター プレースホルダー 2">
            <a:extLst>
              <a:ext uri="{FF2B5EF4-FFF2-40B4-BE49-F238E27FC236}">
                <a16:creationId xmlns:a16="http://schemas.microsoft.com/office/drawing/2014/main" id="{C4A418EF-A6E6-440D-A914-2627B60D6E8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4B8D991-F855-48F0-A59A-06934A6640D5}"/>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8639767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D1732C-31B4-4833-A898-743F3D56B7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FF851F-C607-4077-870A-990E05B6EF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5B072F6-9E22-4686-933E-B75A62454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9369E11-37D7-4EFF-9B10-647E6F9AAD08}"/>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6692E7E9-9B37-4209-B86F-902E0E89B8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7B7311F-2B6F-42A0-A2A1-7D915866285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31969110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A1D867-E75D-41DC-A507-552FD57522C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05C03F3-CC64-4B48-A941-7281BEF54C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530CE0E-7070-4F68-8D0D-B25BFC830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2F2D2-13D0-41E9-845D-A8D04CFD978E}"/>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6" name="フッター プレースホルダー 5">
            <a:extLst>
              <a:ext uri="{FF2B5EF4-FFF2-40B4-BE49-F238E27FC236}">
                <a16:creationId xmlns:a16="http://schemas.microsoft.com/office/drawing/2014/main" id="{67EF8E98-B3E1-4574-9570-8D19D2A72CF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84EF7F-82F0-4C4D-83E0-D6F294963BF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41163434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CA46966-F5E5-4366-A755-27E93EB99A4E}"/>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A090EE54-D571-42AA-B0BF-D5A627085F2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9A20563-8D4B-4F8E-B4BA-864A69812DD8}"/>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843EF877-6844-42F7-A90E-8C61CF3C90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C6048F9-23F3-4F0C-A06E-A3509EAC38AF}"/>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5503291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31C28F4-D96D-42B6-A0DE-B9C38B3B69D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D6FC67A-6484-46F8-8FFC-FA59C9EB245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BEE136F-98B4-42BD-BD51-2601E85C727B}"/>
              </a:ext>
            </a:extLst>
          </p:cNvPr>
          <p:cNvSpPr>
            <a:spLocks noGrp="1"/>
          </p:cNvSpPr>
          <p:nvPr>
            <p:ph type="dt" sz="half" idx="10"/>
          </p:nvPr>
        </p:nvSpPr>
        <p:spPr/>
        <p:txBody>
          <a:body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CBD85507-216E-4E3B-87BF-7E356CF5241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A80109E-C5F7-4B24-A4B9-EFAD2D77923C}"/>
              </a:ext>
            </a:extLst>
          </p:cNvPr>
          <p:cNvSpPr>
            <a:spLocks noGrp="1"/>
          </p:cNvSpPr>
          <p:nvPr>
            <p:ph type="sldNum" sz="quarter" idx="12"/>
          </p:nvPr>
        </p:nvSpPr>
        <p:spPr/>
        <p:txBody>
          <a:bodyPr/>
          <a:lstStyle/>
          <a:p>
            <a:fld id="{C7DA399D-D976-4A9D-A096-DE4C517DD142}" type="slidenum">
              <a:rPr kumimoji="1" lang="ja-JP" altLang="en-US" smtClean="0"/>
              <a:t>‹#›</a:t>
            </a:fld>
            <a:endParaRPr kumimoji="1" lang="ja-JP" altLang="en-US"/>
          </a:p>
        </p:txBody>
      </p:sp>
    </p:spTree>
    <p:extLst>
      <p:ext uri="{BB962C8B-B14F-4D97-AF65-F5344CB8AC3E}">
        <p14:creationId xmlns:p14="http://schemas.microsoft.com/office/powerpoint/2010/main" val="1449041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3_目次スライド">
    <p:spTree>
      <p:nvGrpSpPr>
        <p:cNvPr id="1" name=""/>
        <p:cNvGrpSpPr/>
        <p:nvPr/>
      </p:nvGrpSpPr>
      <p:grpSpPr>
        <a:xfrm>
          <a:off x="0" y="0"/>
          <a:ext cx="0" cy="0"/>
          <a:chOff x="0" y="0"/>
          <a:chExt cx="0" cy="0"/>
        </a:xfrm>
      </p:grpSpPr>
      <p:sp>
        <p:nvSpPr>
          <p:cNvPr id="11" name="AutoShape 7">
            <a:extLst>
              <a:ext uri="{FF2B5EF4-FFF2-40B4-BE49-F238E27FC236}">
                <a16:creationId xmlns:a16="http://schemas.microsoft.com/office/drawing/2014/main" id="{0DA69E0F-5CBA-4E2C-AA59-427D663945D6}"/>
              </a:ext>
            </a:extLst>
          </p:cNvPr>
          <p:cNvSpPr>
            <a:spLocks noChangeArrowheads="1"/>
          </p:cNvSpPr>
          <p:nvPr userDrawn="1"/>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750" i="1" dirty="0">
                <a:solidFill>
                  <a:srgbClr val="0000FF"/>
                </a:solidFill>
                <a:ea typeface="ＭＳ Ｐゴシック" pitchFamily="50" charset="-128"/>
              </a:rPr>
              <a:t>入間サイバーステーション</a:t>
            </a:r>
          </a:p>
        </p:txBody>
      </p:sp>
      <p:sp>
        <p:nvSpPr>
          <p:cNvPr id="12" name="円柱 11">
            <a:extLst>
              <a:ext uri="{FF2B5EF4-FFF2-40B4-BE49-F238E27FC236}">
                <a16:creationId xmlns:a16="http://schemas.microsoft.com/office/drawing/2014/main" id="{1F340220-70FC-49F5-A712-BDBE8D94F1B1}"/>
              </a:ext>
            </a:extLst>
          </p:cNvPr>
          <p:cNvSpPr/>
          <p:nvPr userDrawn="1"/>
        </p:nvSpPr>
        <p:spPr>
          <a:xfrm rot="5400000">
            <a:off x="5849967" y="-4448095"/>
            <a:ext cx="492066" cy="9864500"/>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350" dirty="0"/>
          </a:p>
        </p:txBody>
      </p:sp>
      <p:sp>
        <p:nvSpPr>
          <p:cNvPr id="6" name="スライド番号プレースホルダー 5">
            <a:extLst>
              <a:ext uri="{FF2B5EF4-FFF2-40B4-BE49-F238E27FC236}">
                <a16:creationId xmlns:a16="http://schemas.microsoft.com/office/drawing/2014/main" id="{70FC9FA6-41ED-4A16-A7B6-76A5AB13C826}"/>
              </a:ext>
            </a:extLst>
          </p:cNvPr>
          <p:cNvSpPr>
            <a:spLocks noGrp="1"/>
          </p:cNvSpPr>
          <p:nvPr>
            <p:ph type="sldNum" sz="quarter" idx="4"/>
          </p:nvPr>
        </p:nvSpPr>
        <p:spPr>
          <a:xfrm>
            <a:off x="11718188" y="6561374"/>
            <a:ext cx="480000" cy="288000"/>
          </a:xfrm>
          <a:prstGeom prst="rect">
            <a:avLst/>
          </a:prstGeom>
          <a:solidFill>
            <a:schemeClr val="tx1"/>
          </a:solidFill>
        </p:spPr>
        <p:txBody>
          <a:bodyPr vert="horz" lIns="36000" tIns="36000" rIns="36000" bIns="36000" rtlCol="0" anchor="ctr"/>
          <a:lstStyle>
            <a:lvl1pPr algn="ctr">
              <a:defRPr sz="1050" b="1">
                <a:solidFill>
                  <a:schemeClr val="bg1"/>
                </a:solidFill>
              </a:defRPr>
            </a:lvl1pPr>
          </a:lstStyle>
          <a:p>
            <a:fld id="{80709F25-3440-4B76-B09C-B07F16B95057}" type="slidenum">
              <a:rPr lang="ja-JP" altLang="en-US" smtClean="0"/>
              <a:pPr/>
              <a:t>‹#›</a:t>
            </a:fld>
            <a:endParaRPr lang="ja-JP" altLang="en-US" dirty="0"/>
          </a:p>
        </p:txBody>
      </p:sp>
      <p:sp>
        <p:nvSpPr>
          <p:cNvPr id="87" name="タイトル プレースホルダー 1">
            <a:extLst>
              <a:ext uri="{FF2B5EF4-FFF2-40B4-BE49-F238E27FC236}">
                <a16:creationId xmlns:a16="http://schemas.microsoft.com/office/drawing/2014/main" id="{0F885859-8EFB-43C5-9FC1-4FA1FA195651}"/>
              </a:ext>
            </a:extLst>
          </p:cNvPr>
          <p:cNvSpPr>
            <a:spLocks noGrp="1"/>
          </p:cNvSpPr>
          <p:nvPr>
            <p:ph type="title"/>
          </p:nvPr>
        </p:nvSpPr>
        <p:spPr>
          <a:xfrm>
            <a:off x="1163750" y="254776"/>
            <a:ext cx="9864500" cy="492066"/>
          </a:xfrm>
          <a:prstGeom prst="rect">
            <a:avLst/>
          </a:prstGeom>
        </p:spPr>
        <p:txBody>
          <a:bodyPr vert="horz" lIns="91440" tIns="45720" rIns="91440" bIns="45720" rtlCol="0" anchor="ctr">
            <a:normAutofit/>
          </a:bodyPr>
          <a:lstStyle>
            <a:lvl1pPr algn="ctr">
              <a:defRPr/>
            </a:lvl1pPr>
          </a:lstStyle>
          <a:p>
            <a:r>
              <a:rPr kumimoji="1" lang="ja-JP" altLang="en-US" dirty="0"/>
              <a:t>マスター タイトルの書式設定</a:t>
            </a:r>
          </a:p>
        </p:txBody>
      </p:sp>
      <p:pic>
        <p:nvPicPr>
          <p:cNvPr id="14" name="図 13">
            <a:extLst>
              <a:ext uri="{FF2B5EF4-FFF2-40B4-BE49-F238E27FC236}">
                <a16:creationId xmlns:a16="http://schemas.microsoft.com/office/drawing/2014/main" id="{D700C039-967A-450B-BF09-7CFB4174B45A}"/>
              </a:ext>
            </a:extLst>
          </p:cNvPr>
          <p:cNvPicPr>
            <a:picLocks noChangeAspect="1"/>
          </p:cNvPicPr>
          <p:nvPr userDrawn="1"/>
        </p:nvPicPr>
        <p:blipFill rotWithShape="1">
          <a:blip r:embed="rId2"/>
          <a:srcRect l="10091"/>
          <a:stretch/>
        </p:blipFill>
        <p:spPr>
          <a:xfrm>
            <a:off x="17357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998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
        <p:nvSpPr>
          <p:cNvPr id="11" name="スライド番号プレースホルダー 5">
            <a:extLst>
              <a:ext uri="{FF2B5EF4-FFF2-40B4-BE49-F238E27FC236}">
                <a16:creationId xmlns:a16="http://schemas.microsoft.com/office/drawing/2014/main" id="{52FD3511-7437-4CB1-8325-8DCF9234CBD1}"/>
              </a:ext>
            </a:extLst>
          </p:cNvPr>
          <p:cNvSpPr>
            <a:spLocks noGrp="1"/>
          </p:cNvSpPr>
          <p:nvPr>
            <p:ph type="sldNum" sz="quarter" idx="4"/>
          </p:nvPr>
        </p:nvSpPr>
        <p:spPr>
          <a:xfrm>
            <a:off x="11832000" y="6570000"/>
            <a:ext cx="360000" cy="288000"/>
          </a:xfrm>
          <a:prstGeom prst="rect">
            <a:avLst/>
          </a:prstGeom>
          <a:solidFill>
            <a:schemeClr val="tx1"/>
          </a:solidFill>
        </p:spPr>
        <p:txBody>
          <a:bodyPr vert="horz" lIns="36000" tIns="36000" rIns="36000" bIns="36000" rtlCol="0" anchor="ctr"/>
          <a:lstStyle>
            <a:lvl1pPr algn="ctr">
              <a:defRPr sz="788" b="1">
                <a:solidFill>
                  <a:schemeClr val="bg1"/>
                </a:solidFill>
              </a:defRPr>
            </a:lvl1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6014019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024BE2-5C88-4C0B-AF76-43D79ED48919}"/>
              </a:ext>
            </a:extLst>
          </p:cNvPr>
          <p:cNvSpPr>
            <a:spLocks noGrp="1"/>
          </p:cNvSpPr>
          <p:nvPr>
            <p:ph type="title"/>
          </p:nvPr>
        </p:nvSpPr>
        <p:spPr>
          <a:xfrm>
            <a:off x="3128109" y="277193"/>
            <a:ext cx="5935782" cy="435578"/>
          </a:xfrm>
          <a:prstGeom prst="rect">
            <a:avLst/>
          </a:prstGeom>
        </p:spPr>
        <p:txBody>
          <a:bodyPr anchor="ctr"/>
          <a:lstStyle>
            <a:lvl1pPr algn="ctr">
              <a:defRPr sz="2400" b="1">
                <a:latin typeface="+mn-ea"/>
                <a:ea typeface="+mn-ea"/>
              </a:defRPr>
            </a:lvl1p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BAE27350-F4C7-4235-AB7D-B932B3EA70B1}"/>
              </a:ext>
            </a:extLst>
          </p:cNvPr>
          <p:cNvSpPr>
            <a:spLocks noGrp="1"/>
          </p:cNvSpPr>
          <p:nvPr>
            <p:ph type="sldNum" sz="quarter" idx="10"/>
          </p:nvPr>
        </p:nvSpPr>
        <p:spPr/>
        <p:txBody>
          <a:body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8930436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26034635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838200" y="180762"/>
            <a:ext cx="10224000" cy="468000"/>
          </a:xfrm>
          <a:gradFill>
            <a:gsLst>
              <a:gs pos="55000">
                <a:schemeClr val="accent1">
                  <a:lumMod val="5000"/>
                  <a:lumOff val="95000"/>
                </a:schemeClr>
              </a:gs>
              <a:gs pos="0">
                <a:schemeClr val="accent1"/>
              </a:gs>
              <a:gs pos="100000">
                <a:schemeClr val="accent1"/>
              </a:gs>
            </a:gsLst>
            <a:lin ang="5400000" scaled="1"/>
          </a:gradFill>
        </p:spPr>
        <p:txBody>
          <a:bodyPr lIns="36000" tIns="36000" rIns="36000" bIns="36000">
            <a:normAutofit/>
          </a:bodyPr>
          <a:lstStyle>
            <a:lvl1pPr algn="ctr">
              <a:defRPr sz="2400">
                <a:latin typeface="ＭＳ Ｐゴシック" panose="020B0600070205080204" pitchFamily="50" charset="-128"/>
                <a:ea typeface="ＭＳ Ｐゴシック" panose="020B0600070205080204" pitchFamily="50" charset="-128"/>
              </a:defRPr>
            </a:lvl1p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fld id="{E18F3A59-7A99-40F2-BAF5-1B2F9D57A8F4}" type="datetime1">
              <a:rPr kumimoji="1" lang="ja-JP" altLang="en-US" smtClean="0"/>
              <a:t>2026/2/10</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a:xfrm>
            <a:off x="11353800" y="13078"/>
            <a:ext cx="838200" cy="147421"/>
          </a:xfrm>
        </p:spPr>
        <p:txBody>
          <a:bodyPr/>
          <a:lstStyle>
            <a:lvl1pPr>
              <a:defRPr>
                <a:latin typeface="ＭＳ Ｐゴシック" panose="020B0600070205080204" pitchFamily="50" charset="-128"/>
                <a:ea typeface="ＭＳ Ｐゴシック" panose="020B0600070205080204" pitchFamily="50" charset="-128"/>
              </a:defRPr>
            </a:lvl1pPr>
          </a:lstStyle>
          <a:p>
            <a:fld id="{29D0A02A-D293-4AA2-B538-CA731D6C535C}" type="slidenum">
              <a:rPr lang="ja-JP" altLang="en-US" smtClean="0"/>
              <a:pPr/>
              <a:t>‹#›</a:t>
            </a:fld>
            <a:endParaRPr lang="ja-JP" altLang="en-US"/>
          </a:p>
        </p:txBody>
      </p:sp>
      <p:sp>
        <p:nvSpPr>
          <p:cNvPr id="6" name="正方形/長方形 5"/>
          <p:cNvSpPr/>
          <p:nvPr userDrawn="1"/>
        </p:nvSpPr>
        <p:spPr>
          <a:xfrm>
            <a:off x="0" y="692710"/>
            <a:ext cx="12192000" cy="45719"/>
          </a:xfrm>
          <a:prstGeom prst="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sp>
        <p:nvSpPr>
          <p:cNvPr id="7" name="正方形/長方形 6"/>
          <p:cNvSpPr/>
          <p:nvPr userDrawn="1"/>
        </p:nvSpPr>
        <p:spPr>
          <a:xfrm>
            <a:off x="0" y="-214850"/>
            <a:ext cx="1527662" cy="184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p>
            <a:pPr algn="l"/>
            <a:r>
              <a:rPr kumimoji="1" lang="en-US" altLang="ja-JP" sz="1200" i="1" dirty="0">
                <a:solidFill>
                  <a:schemeClr val="tx1"/>
                </a:solidFill>
                <a:latin typeface="Century" panose="02040604050505020304" pitchFamily="18" charset="0"/>
                <a:ea typeface="+mj-ea"/>
              </a:rPr>
              <a:t>Cyber</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Defense</a:t>
            </a:r>
            <a:r>
              <a:rPr kumimoji="1" lang="ja-JP" altLang="en-US" sz="1200" i="1" dirty="0">
                <a:solidFill>
                  <a:schemeClr val="tx1"/>
                </a:solidFill>
                <a:latin typeface="Century" panose="02040604050505020304" pitchFamily="18" charset="0"/>
                <a:ea typeface="+mj-ea"/>
              </a:rPr>
              <a:t> </a:t>
            </a:r>
            <a:r>
              <a:rPr kumimoji="1" lang="en-US" altLang="ja-JP" sz="1200" i="1" dirty="0">
                <a:solidFill>
                  <a:schemeClr val="tx1"/>
                </a:solidFill>
                <a:latin typeface="Century" panose="02040604050505020304" pitchFamily="18" charset="0"/>
                <a:ea typeface="+mj-ea"/>
              </a:rPr>
              <a:t>Group</a:t>
            </a:r>
            <a:endParaRPr kumimoji="1" lang="ja-JP" altLang="en-US" sz="1200" i="1" dirty="0">
              <a:solidFill>
                <a:schemeClr val="tx1"/>
              </a:solidFill>
              <a:latin typeface="Century" panose="02040604050505020304" pitchFamily="18" charset="0"/>
              <a:ea typeface="+mj-ea"/>
            </a:endParaRPr>
          </a:p>
        </p:txBody>
      </p:sp>
      <p:pic>
        <p:nvPicPr>
          <p:cNvPr id="9" name="図 8">
            <a:extLst>
              <a:ext uri="{FF2B5EF4-FFF2-40B4-BE49-F238E27FC236}">
                <a16:creationId xmlns:a16="http://schemas.microsoft.com/office/drawing/2014/main" id="{4FE0196A-7A97-4F12-BBD9-2C0DE080430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8329" y="149225"/>
            <a:ext cx="557881" cy="543485"/>
          </a:xfrm>
          <a:prstGeom prst="rect">
            <a:avLst/>
          </a:prstGeom>
        </p:spPr>
      </p:pic>
    </p:spTree>
    <p:extLst>
      <p:ext uri="{BB962C8B-B14F-4D97-AF65-F5344CB8AC3E}">
        <p14:creationId xmlns:p14="http://schemas.microsoft.com/office/powerpoint/2010/main" val="26009005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1_目次スライド">
    <p:spTree>
      <p:nvGrpSpPr>
        <p:cNvPr id="1" name=""/>
        <p:cNvGrpSpPr/>
        <p:nvPr/>
      </p:nvGrpSpPr>
      <p:grpSpPr>
        <a:xfrm>
          <a:off x="0" y="0"/>
          <a:ext cx="0" cy="0"/>
          <a:chOff x="0" y="0"/>
          <a:chExt cx="0" cy="0"/>
        </a:xfrm>
      </p:grpSpPr>
      <p:sp>
        <p:nvSpPr>
          <p:cNvPr id="7" name="AutoShape 7"/>
          <p:cNvSpPr>
            <a:spLocks noChangeArrowheads="1"/>
          </p:cNvSpPr>
          <p:nvPr/>
        </p:nvSpPr>
        <p:spPr bwMode="auto">
          <a:xfrm>
            <a:off x="0" y="4763"/>
            <a:ext cx="12192000" cy="144462"/>
          </a:xfrm>
          <a:prstGeom prst="roundRect">
            <a:avLst>
              <a:gd name="adj" fmla="val 16667"/>
            </a:avLst>
          </a:prstGeom>
          <a:gradFill rotWithShape="1">
            <a:gsLst>
              <a:gs pos="0">
                <a:srgbClr val="EAEAEA"/>
              </a:gs>
              <a:gs pos="50000">
                <a:srgbClr val="CCCCFF">
                  <a:alpha val="50196"/>
                </a:srgbClr>
              </a:gs>
              <a:gs pos="100000">
                <a:srgbClr val="EAEAEA"/>
              </a:gs>
            </a:gsLst>
            <a:lin ang="5400000" scaled="1"/>
          </a:gradFill>
          <a:ln w="9525">
            <a:noFill/>
            <a:round/>
            <a:headEnd/>
            <a:tailEnd/>
          </a:ln>
          <a:effectLst/>
        </p:spPr>
        <p:txBody>
          <a:bodyPr wrap="none" anchor="ctr"/>
          <a:lstStyle/>
          <a:p>
            <a:pPr>
              <a:defRPr/>
            </a:pPr>
            <a:r>
              <a:rPr lang="ja-JP" altLang="en-US" sz="563" i="1" dirty="0">
                <a:solidFill>
                  <a:srgbClr val="7030A0"/>
                </a:solidFill>
                <a:ea typeface="ＭＳ Ｐゴシック" pitchFamily="50" charset="-128"/>
              </a:rPr>
              <a:t>自衛隊サイバー防衛隊</a:t>
            </a:r>
          </a:p>
        </p:txBody>
      </p:sp>
      <p:sp>
        <p:nvSpPr>
          <p:cNvPr id="30" name="円柱 29"/>
          <p:cNvSpPr/>
          <p:nvPr/>
        </p:nvSpPr>
        <p:spPr>
          <a:xfrm rot="5400000">
            <a:off x="5849967" y="-4557197"/>
            <a:ext cx="492066" cy="1008270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013" dirty="0"/>
          </a:p>
        </p:txBody>
      </p:sp>
      <p:pic>
        <p:nvPicPr>
          <p:cNvPr id="9" name="図 8">
            <a:extLst>
              <a:ext uri="{FF2B5EF4-FFF2-40B4-BE49-F238E27FC236}">
                <a16:creationId xmlns:a16="http://schemas.microsoft.com/office/drawing/2014/main" id="{92D74096-E69F-483E-AE2F-C08460FEC01D}"/>
              </a:ext>
            </a:extLst>
          </p:cNvPr>
          <p:cNvPicPr>
            <a:picLocks noChangeAspect="1"/>
          </p:cNvPicPr>
          <p:nvPr userDrawn="1"/>
        </p:nvPicPr>
        <p:blipFill rotWithShape="1">
          <a:blip r:embed="rId2"/>
          <a:srcRect l="10091"/>
          <a:stretch/>
        </p:blipFill>
        <p:spPr>
          <a:xfrm>
            <a:off x="158331" y="149225"/>
            <a:ext cx="702407" cy="684282"/>
          </a:xfrm>
          <a:prstGeom prst="rect">
            <a:avLst/>
          </a:prstGeom>
        </p:spPr>
      </p:pic>
      <p:cxnSp>
        <p:nvCxnSpPr>
          <p:cNvPr id="8" name="直線コネクタ 7"/>
          <p:cNvCxnSpPr/>
          <p:nvPr/>
        </p:nvCxnSpPr>
        <p:spPr>
          <a:xfrm>
            <a:off x="0" y="816834"/>
            <a:ext cx="12192000" cy="0"/>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タイトル 1">
            <a:extLst>
              <a:ext uri="{FF2B5EF4-FFF2-40B4-BE49-F238E27FC236}">
                <a16:creationId xmlns:a16="http://schemas.microsoft.com/office/drawing/2014/main" id="{E4921DBA-5C79-42EA-82CA-CD6060DE48CA}"/>
              </a:ext>
            </a:extLst>
          </p:cNvPr>
          <p:cNvSpPr>
            <a:spLocks noGrp="1"/>
          </p:cNvSpPr>
          <p:nvPr>
            <p:ph type="ctrTitle"/>
          </p:nvPr>
        </p:nvSpPr>
        <p:spPr>
          <a:xfrm>
            <a:off x="1524000" y="-517649"/>
            <a:ext cx="9144000" cy="473465"/>
          </a:xfrm>
        </p:spPr>
        <p:txBody>
          <a:bodyPr anchor="ctr">
            <a:normAutofit/>
          </a:bodyPr>
          <a:lstStyle>
            <a:lvl1pPr algn="ctr">
              <a:defRPr sz="1575" b="1">
                <a:latin typeface="游ゴシック" panose="020B0400000000000000" pitchFamily="50" charset="-128"/>
                <a:ea typeface="游ゴシック" panose="020B0400000000000000" pitchFamily="50" charset="-128"/>
              </a:defRPr>
            </a:lvl1pPr>
          </a:lstStyle>
          <a:p>
            <a:r>
              <a:rPr kumimoji="1" lang="ja-JP" altLang="en-US" dirty="0"/>
              <a:t>マスター タイトルの書式設定</a:t>
            </a:r>
          </a:p>
        </p:txBody>
      </p:sp>
    </p:spTree>
    <p:extLst>
      <p:ext uri="{BB962C8B-B14F-4D97-AF65-F5344CB8AC3E}">
        <p14:creationId xmlns:p14="http://schemas.microsoft.com/office/powerpoint/2010/main" val="12042689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B33C04-9809-4D91-80E2-6353C4162D4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7F09424-2979-4586-83DE-8B8217969A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1308186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173270-EB0E-40C1-89C5-4D06A1BB354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FC66754-C9ED-4C90-945F-47AA0C1439DB}"/>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5516887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FB2613-B761-462B-B49C-46E824908DF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688A9BC-42B1-415F-827C-8486FF135C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Tree>
    <p:extLst>
      <p:ext uri="{BB962C8B-B14F-4D97-AF65-F5344CB8AC3E}">
        <p14:creationId xmlns:p14="http://schemas.microsoft.com/office/powerpoint/2010/main" val="22855215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589A10-7E6D-4E64-9A5E-158B59E19D7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475DBF-6F3A-4565-B9C3-2D71D6506A5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02626EC-4BA0-4537-909C-541B0CA6116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19903978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C2DFCE-552E-4F6B-95A4-F84E91E1B34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411923F-9C4F-4D40-9669-B8F345DE7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6239637-19AD-4348-8832-8F6D73D5C5F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D89D6F8-07EA-4AEB-A587-08B17B7E57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17D10-2BFB-4D11-B6FC-1055B8D7AA0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5785180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D7FB06-A0CA-4B3F-8E48-6C9B93F27E3E}"/>
              </a:ext>
            </a:extLst>
          </p:cNvPr>
          <p:cNvSpPr>
            <a:spLocks noGrp="1"/>
          </p:cNvSpPr>
          <p:nvPr>
            <p:ph type="title"/>
          </p:nvPr>
        </p:nvSpPr>
        <p:spPr/>
        <p:txBody>
          <a:bodyPr/>
          <a:lstStyle/>
          <a:p>
            <a:r>
              <a:rPr kumimoji="1" lang="ja-JP" altLang="en-US" dirty="0"/>
              <a:t>マスター タイトルの書式設定</a:t>
            </a:r>
          </a:p>
        </p:txBody>
      </p:sp>
    </p:spTree>
    <p:extLst>
      <p:ext uri="{BB962C8B-B14F-4D97-AF65-F5344CB8AC3E}">
        <p14:creationId xmlns:p14="http://schemas.microsoft.com/office/powerpoint/2010/main" val="263724787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29729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84CBCC66-6655-4850-9228-964B3C54AD4B}"/>
              </a:ext>
            </a:extLst>
          </p:cNvPr>
          <p:cNvSpPr/>
          <p:nvPr userDrawn="1"/>
        </p:nvSpPr>
        <p:spPr>
          <a:xfrm>
            <a:off x="563202" y="656706"/>
            <a:ext cx="4949469" cy="613837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rPr>
              <a:t>実施した事項（事実）：</a:t>
            </a:r>
            <a:r>
              <a:rPr kumimoji="1" lang="en-US" altLang="ja-JP" u="sng" dirty="0">
                <a:solidFill>
                  <a:schemeClr val="tx1"/>
                </a:solidFill>
              </a:rPr>
              <a:t>Blue</a:t>
            </a:r>
            <a:endParaRPr kumimoji="1" lang="ja-JP" altLang="en-US" u="sng" dirty="0">
              <a:solidFill>
                <a:schemeClr val="tx1"/>
              </a:solidFill>
            </a:endParaRPr>
          </a:p>
        </p:txBody>
      </p:sp>
      <p:sp>
        <p:nvSpPr>
          <p:cNvPr id="6" name="正方形/長方形 5">
            <a:extLst>
              <a:ext uri="{FF2B5EF4-FFF2-40B4-BE49-F238E27FC236}">
                <a16:creationId xmlns:a16="http://schemas.microsoft.com/office/drawing/2014/main" id="{AC47491A-CAC5-4820-BC79-B9D228F6B41F}"/>
              </a:ext>
            </a:extLst>
          </p:cNvPr>
          <p:cNvSpPr/>
          <p:nvPr userDrawn="1"/>
        </p:nvSpPr>
        <p:spPr>
          <a:xfrm>
            <a:off x="6673709" y="656706"/>
            <a:ext cx="4982483" cy="61383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u="sng" dirty="0">
                <a:solidFill>
                  <a:schemeClr val="tx1"/>
                </a:solidFill>
                <a:latin typeface="ＭＳ ゴシック" panose="020B0609070205080204" pitchFamily="49" charset="-128"/>
                <a:ea typeface="ＭＳ ゴシック" panose="020B0609070205080204" pitchFamily="49" charset="-128"/>
              </a:rPr>
              <a:t>判断した事項</a:t>
            </a:r>
          </a:p>
        </p:txBody>
      </p:sp>
    </p:spTree>
    <p:extLst>
      <p:ext uri="{BB962C8B-B14F-4D97-AF65-F5344CB8AC3E}">
        <p14:creationId xmlns:p14="http://schemas.microsoft.com/office/powerpoint/2010/main" val="19744872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B4F45D-F3B5-45A7-B13D-06E5212223C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5EAE47E-0161-4A62-A044-E0ABCF0ED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B2D303A-4DF1-4C96-8269-F7C48BEB1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Tree>
    <p:extLst>
      <p:ext uri="{BB962C8B-B14F-4D97-AF65-F5344CB8AC3E}">
        <p14:creationId xmlns:p14="http://schemas.microsoft.com/office/powerpoint/2010/main" val="304374930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DC65D5-6FB1-4F65-A897-6CDE9E11C35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E05E2-2CE9-4E4D-9A0E-CB59C16C88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3554508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85C138A-2C45-4A7E-85D9-B20E0DBB107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BF6E44F-005C-444A-A2A3-0E744E15B3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714567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6.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theme" Target="../theme/theme4.xml"/><Relationship Id="rId5" Type="http://schemas.openxmlformats.org/officeDocument/2006/relationships/slideLayout" Target="../slideLayouts/slideLayout38.xml"/><Relationship Id="rId4"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slideLayout" Target="../slideLayouts/slideLayout41.xml"/><Relationship Id="rId7" Type="http://schemas.openxmlformats.org/officeDocument/2006/relationships/image" Target="../media/image2.png"/><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theme" Target="../theme/theme5.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6" Type="http://schemas.openxmlformats.org/officeDocument/2006/relationships/image" Target="../media/image1.png"/><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theme" Target="../theme/theme6.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image" Target="../media/image1.png"/><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theme" Target="../theme/theme8.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3959944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4636F6A-077A-4BFE-B78F-A805AB3E40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EC7B3BB-87CF-4FD3-AEC5-EB7168429C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801AA7-E7A5-49DB-BAE4-076D9FFE07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46830-8AA4-43B2-B259-31ACA4F65965}"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BD174AAC-48D2-4996-B095-35C92E9D3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9B80C4-6560-467E-B9B3-0102856C1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0762DD-1B69-48C9-A635-1F8398D530E4}"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EB553949-5D9C-48F4-8FC2-E7694D31196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88429" y="-53926"/>
            <a:ext cx="3081304" cy="3413062"/>
          </a:xfrm>
          <a:prstGeom prst="rect">
            <a:avLst/>
          </a:prstGeom>
        </p:spPr>
      </p:pic>
    </p:spTree>
    <p:extLst>
      <p:ext uri="{BB962C8B-B14F-4D97-AF65-F5344CB8AC3E}">
        <p14:creationId xmlns:p14="http://schemas.microsoft.com/office/powerpoint/2010/main" val="34981772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7967724-491C-4775-99A6-678CEB0F3E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A594CAA-C4EA-43E9-8335-F6A35EAA24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4B2B8F-9736-49FD-82C5-14C4FAEC28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34EAC-051A-4BA5-9748-9745F9DBECB0}"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07007413-76CA-496B-B793-4A43655FFF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34DD03C-9F62-4D64-B741-3378E1322B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82BEDA-FC73-43FB-8705-8E0CB56C2A53}" type="slidenum">
              <a:rPr kumimoji="1" lang="ja-JP" altLang="en-US" smtClean="0"/>
              <a:t>‹#›</a:t>
            </a:fld>
            <a:endParaRPr kumimoji="1" lang="ja-JP" altLang="en-US"/>
          </a:p>
        </p:txBody>
      </p:sp>
      <p:pic>
        <p:nvPicPr>
          <p:cNvPr id="9" name="図 8">
            <a:extLst>
              <a:ext uri="{FF2B5EF4-FFF2-40B4-BE49-F238E27FC236}">
                <a16:creationId xmlns:a16="http://schemas.microsoft.com/office/drawing/2014/main" id="{F4CD2BCD-EEAF-4277-A75A-7DA625C3D34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2337907"/>
            <a:ext cx="3886200" cy="4304620"/>
          </a:xfrm>
          <a:prstGeom prst="rect">
            <a:avLst/>
          </a:prstGeom>
        </p:spPr>
      </p:pic>
      <p:sp>
        <p:nvSpPr>
          <p:cNvPr id="10" name="正方形/長方形 9">
            <a:extLst>
              <a:ext uri="{FF2B5EF4-FFF2-40B4-BE49-F238E27FC236}">
                <a16:creationId xmlns:a16="http://schemas.microsoft.com/office/drawing/2014/main" id="{472AEDA5-21D1-42C4-9CFF-93984654A8D2}"/>
              </a:ext>
            </a:extLst>
          </p:cNvPr>
          <p:cNvSpPr/>
          <p:nvPr userDrawn="1"/>
        </p:nvSpPr>
        <p:spPr>
          <a:xfrm>
            <a:off x="0" y="2304039"/>
            <a:ext cx="4114800" cy="4417435"/>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45451227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スライド番号プレースホルダー 20">
            <a:extLst>
              <a:ext uri="{FF2B5EF4-FFF2-40B4-BE49-F238E27FC236}">
                <a16:creationId xmlns:a16="http://schemas.microsoft.com/office/drawing/2014/main" id="{A4C56DBE-C7F1-47F2-A892-C1668535692F}"/>
              </a:ext>
            </a:extLst>
          </p:cNvPr>
          <p:cNvSpPr>
            <a:spLocks noGrp="1"/>
          </p:cNvSpPr>
          <p:nvPr>
            <p:ph type="sldNum" sz="quarter" idx="4"/>
          </p:nvPr>
        </p:nvSpPr>
        <p:spPr>
          <a:xfrm>
            <a:off x="11885644" y="6687666"/>
            <a:ext cx="306356" cy="170334"/>
          </a:xfrm>
          <a:prstGeom prst="rect">
            <a:avLst/>
          </a:prstGeom>
          <a:solidFill>
            <a:schemeClr val="tx1"/>
          </a:solidFill>
        </p:spPr>
        <p:txBody>
          <a:bodyPr vert="horz" lIns="36000" tIns="36000" rIns="36000" bIns="36000" rtlCol="0" anchor="ctr"/>
          <a:lstStyle>
            <a:lvl1pPr algn="ctr">
              <a:defRPr sz="1100" b="1">
                <a:solidFill>
                  <a:schemeClr val="bg1"/>
                </a:solidFill>
              </a:defRPr>
            </a:lvl1pPr>
          </a:lstStyle>
          <a:p>
            <a:fld id="{E72C8F07-DB57-4129-B04E-1E64F941A10A}" type="slidenum">
              <a:rPr lang="ja-JP" altLang="en-US" smtClean="0"/>
              <a:pPr/>
              <a:t>‹#›</a:t>
            </a:fld>
            <a:endParaRPr lang="ja-JP" altLang="en-US" dirty="0"/>
          </a:p>
        </p:txBody>
      </p:sp>
    </p:spTree>
    <p:extLst>
      <p:ext uri="{BB962C8B-B14F-4D97-AF65-F5344CB8AC3E}">
        <p14:creationId xmlns:p14="http://schemas.microsoft.com/office/powerpoint/2010/main" val="369947203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スライド番号プレースホルダー 2">
            <a:extLst>
              <a:ext uri="{FF2B5EF4-FFF2-40B4-BE49-F238E27FC236}">
                <a16:creationId xmlns:a16="http://schemas.microsoft.com/office/drawing/2014/main" id="{D66DF391-5BDC-4F73-BDB5-8F81A7EAAF53}"/>
              </a:ext>
            </a:extLst>
          </p:cNvPr>
          <p:cNvSpPr txBox="1">
            <a:spLocks/>
          </p:cNvSpPr>
          <p:nvPr userDrawn="1"/>
        </p:nvSpPr>
        <p:spPr>
          <a:xfrm>
            <a:off x="11832000" y="6570001"/>
            <a:ext cx="360000" cy="288000"/>
          </a:xfrm>
          <a:prstGeom prst="rect">
            <a:avLst/>
          </a:prstGeom>
          <a:solidFill>
            <a:schemeClr val="tx1"/>
          </a:solidFill>
        </p:spPr>
        <p:txBody>
          <a:bodyPr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0709F25-3440-4B76-B09C-B07F16B95057}" type="slidenum">
              <a:rPr kumimoji="1" lang="ja-JP" altLang="en-US" sz="1050" b="1" i="0" u="none" strike="noStrike" kern="1200" cap="none" spc="0" normalizeH="0" baseline="0" noProof="0">
                <a:ln>
                  <a:noFill/>
                </a:ln>
                <a:solidFill>
                  <a:prstClr val="white"/>
                </a:solidFill>
                <a:effectLst/>
                <a:uLnTx/>
                <a:uFillTx/>
                <a:latin typeface="游ゴシック" panose="020F0502020204030204"/>
                <a:ea typeface="游ゴシック" panose="020B0400000000000000"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1801"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endParaRPr>
          </a:p>
        </p:txBody>
      </p:sp>
      <p:sp>
        <p:nvSpPr>
          <p:cNvPr id="16" name="円柱 15">
            <a:extLst>
              <a:ext uri="{FF2B5EF4-FFF2-40B4-BE49-F238E27FC236}">
                <a16:creationId xmlns:a16="http://schemas.microsoft.com/office/drawing/2014/main" id="{4580238A-4FFF-4D95-97A4-1F68DE6647C6}"/>
              </a:ext>
            </a:extLst>
          </p:cNvPr>
          <p:cNvSpPr/>
          <p:nvPr userDrawn="1"/>
        </p:nvSpPr>
        <p:spPr>
          <a:xfrm rot="5400000">
            <a:off x="5991511" y="-3987650"/>
            <a:ext cx="492066" cy="8648151"/>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19" name="タイトル 1">
            <a:extLst>
              <a:ext uri="{FF2B5EF4-FFF2-40B4-BE49-F238E27FC236}">
                <a16:creationId xmlns:a16="http://schemas.microsoft.com/office/drawing/2014/main" id="{29E2B44E-4187-4FCC-945A-0176A66F2172}"/>
              </a:ext>
            </a:extLst>
          </p:cNvPr>
          <p:cNvSpPr txBox="1">
            <a:spLocks/>
          </p:cNvSpPr>
          <p:nvPr userDrawn="1"/>
        </p:nvSpPr>
        <p:spPr>
          <a:xfrm>
            <a:off x="1524000" y="300046"/>
            <a:ext cx="9144000" cy="473465"/>
          </a:xfrm>
        </p:spPr>
        <p:txBody>
          <a:bodyPr anchor="ctr">
            <a:normAutofit lnSpcReduction="10000"/>
          </a:bodyPr>
          <a:lstStyle>
            <a:lvl1pPr algn="ctr" defTabSz="914400" rtl="0" eaLnBrk="1" latinLnBrk="0" hangingPunct="1">
              <a:lnSpc>
                <a:spcPct val="90000"/>
              </a:lnSpc>
              <a:spcBef>
                <a:spcPct val="0"/>
              </a:spcBef>
              <a:buNone/>
              <a:defRPr kumimoji="1" sz="2800" b="1" kern="1200">
                <a:solidFill>
                  <a:schemeClr val="tx1"/>
                </a:solidFill>
                <a:latin typeface="游ゴシック" panose="020B0400000000000000" pitchFamily="50" charset="-128"/>
                <a:ea typeface="游ゴシック" panose="020B0400000000000000" pitchFamily="50" charset="-128"/>
                <a:cs typeface="+mj-cs"/>
              </a:defRPr>
            </a:lvl1pPr>
          </a:lstStyle>
          <a:p>
            <a:endParaRPr lang="ja-JP" altLang="en-US" dirty="0"/>
          </a:p>
        </p:txBody>
      </p:sp>
      <p:pic>
        <p:nvPicPr>
          <p:cNvPr id="8" name="図 7">
            <a:extLst>
              <a:ext uri="{FF2B5EF4-FFF2-40B4-BE49-F238E27FC236}">
                <a16:creationId xmlns:a16="http://schemas.microsoft.com/office/drawing/2014/main" id="{48DB3EB4-2CD9-4564-9C42-D24AEF35CB63}"/>
              </a:ext>
            </a:extLst>
          </p:cNvPr>
          <p:cNvPicPr>
            <a:picLocks noChangeAspect="1"/>
          </p:cNvPicPr>
          <p:nvPr userDrawn="1"/>
        </p:nvPicPr>
        <p:blipFill>
          <a:blip r:embed="rId7">
            <a:extLst>
              <a:ext uri="{BEBA8EAE-BF5A-486C-A8C5-ECC9F3942E4B}">
                <a14:imgProps xmlns:a14="http://schemas.microsoft.com/office/drawing/2010/main">
                  <a14:imgLayer r:embed="rId8">
                    <a14:imgEffect>
                      <a14:backgroundRemoval t="4488" b="98205" l="5526" r="90196">
                        <a14:foregroundMark x1="50089" y1="11670" x2="9091" y2="25314"/>
                        <a14:foregroundMark x1="46881" y1="5386" x2="12656" y2="12567"/>
                        <a14:foregroundMark x1="12656" y1="12567" x2="8253" y2="16226"/>
                        <a14:foregroundMark x1="6904" y1="38082" x2="6883" y2="40036"/>
                        <a14:foregroundMark x1="7064" y1="22920" x2="7027" y2="26412"/>
                        <a14:foregroundMark x1="15013" y1="67680" x2="15865" y2="69479"/>
                        <a14:foregroundMark x1="12699" y1="62790" x2="12887" y2="63186"/>
                        <a14:foregroundMark x1="9450" y1="55923" x2="11795" y2="60879"/>
                        <a14:foregroundMark x1="15508" y1="72531" x2="8378" y2="74686"/>
                        <a14:foregroundMark x1="8378" y1="75045" x2="15865" y2="82226"/>
                        <a14:foregroundMark x1="15865" y1="82226" x2="47594" y2="92460"/>
                        <a14:foregroundMark x1="47594" y1="92460" x2="57932" y2="93537"/>
                        <a14:foregroundMark x1="68767" y1="91655" x2="71555" y2="91171"/>
                        <a14:foregroundMark x1="57932" y1="93537" x2="68630" y2="91679"/>
                        <a14:foregroundMark x1="65241" y1="65709" x2="53364" y2="96640"/>
                        <a14:foregroundMark x1="72014" y1="44345" x2="56863" y2="57989"/>
                        <a14:foregroundMark x1="56863" y1="57989" x2="47772" y2="59066"/>
                        <a14:foregroundMark x1="47772" y1="59066" x2="32442" y2="34650"/>
                        <a14:foregroundMark x1="32442" y1="34650" x2="24242" y2="29084"/>
                        <a14:foregroundMark x1="24242" y1="29084" x2="23529" y2="17415"/>
                        <a14:foregroundMark x1="18717" y1="27648" x2="26381" y2="34650"/>
                        <a14:foregroundMark x1="26381" y1="34650" x2="26381" y2="34650"/>
                        <a14:foregroundMark x1="21569" y1="21544" x2="27986" y2="14542"/>
                        <a14:foregroundMark x1="27986" y1="14542" x2="57398" y2="10772"/>
                        <a14:foregroundMark x1="57398" y1="10772" x2="68093" y2="12029"/>
                        <a14:foregroundMark x1="68093" y1="12029" x2="75045" y2="15081"/>
                        <a14:foregroundMark x1="29947" y1="9156" x2="29947" y2="9156"/>
                        <a14:foregroundMark x1="26381" y1="7361" x2="49020" y2="5386"/>
                        <a14:foregroundMark x1="49020" y1="5386" x2="63102" y2="6463"/>
                        <a14:foregroundMark x1="85383" y1="15081" x2="90018" y2="24057"/>
                        <a14:foregroundMark x1="90018" y1="24057" x2="85027" y2="56912"/>
                        <a14:foregroundMark x1="88057" y1="74147" x2="90374" y2="73968"/>
                        <a14:foregroundMark x1="6826" y1="21544" x2="6952" y2="23698"/>
                        <a14:foregroundMark x1="7436" y1="43192" x2="8200" y2="47935"/>
                        <a14:foregroundMark x1="8913" y1="54219" x2="9626" y2="57092"/>
                        <a14:foregroundMark x1="8749" y1="42370" x2="9804" y2="57451"/>
                        <a14:foregroundMark x1="8451" y1="38106" x2="8586" y2="40036"/>
                        <a14:foregroundMark x1="7291" y1="21544" x2="7633" y2="26421"/>
                        <a14:foregroundMark x1="6975" y1="17027" x2="7165" y2="19749"/>
                        <a14:foregroundMark x1="9804" y1="57451" x2="10770" y2="60715"/>
                        <a14:foregroundMark x1="13530" y1="68348" x2="16221" y2="70916"/>
                        <a14:foregroundMark x1="13109" y1="61793" x2="8378" y2="47756"/>
                        <a14:foregroundMark x1="13487" y1="62915" x2="13130" y2="61857"/>
                        <a14:foregroundMark x1="9271" y1="40678" x2="11196" y2="60440"/>
                        <a14:foregroundMark x1="8914" y1="37013" x2="9208" y2="40036"/>
                        <a14:foregroundMark x1="7407" y1="21544" x2="7882" y2="26425"/>
                        <a14:foregroundMark x1="6952" y1="16876" x2="7232" y2="19749"/>
                        <a14:foregroundMark x1="8913" y1="77020" x2="11078" y2="80563"/>
                        <a14:foregroundMark x1="27389" y1="92803" x2="56205" y2="96276"/>
                        <a14:foregroundMark x1="86186" y1="81871" x2="88948" y2="74865"/>
                        <a14:foregroundMark x1="8221" y1="17015" x2="28699" y2="9515"/>
                        <a14:foregroundMark x1="7130" y1="17415" x2="7439" y2="17302"/>
                        <a14:foregroundMark x1="8065" y1="16923" x2="34759" y2="5925"/>
                        <a14:foregroundMark x1="34759" y1="5925" x2="44742" y2="4488"/>
                        <a14:foregroundMark x1="44742" y1="4488" x2="45098" y2="4488"/>
                        <a14:foregroundMark x1="60428" y1="4488" x2="52050" y2="4488"/>
                        <a14:foregroundMark x1="55971" y1="4847" x2="87879" y2="14542"/>
                        <a14:foregroundMark x1="87879" y1="14542" x2="88592" y2="14901"/>
                        <a14:foregroundMark x1="7923" y1="21544" x2="8274" y2="26431"/>
                        <a14:foregroundMark x1="7665" y1="17953" x2="7794" y2="19749"/>
                        <a14:foregroundMark x1="9804" y1="49192" x2="15686" y2="64452"/>
                        <a14:foregroundMark x1="69715" y1="93155" x2="68984" y2="93537"/>
                        <a14:foregroundMark x1="78253" y1="88689" x2="70384" y2="92805"/>
                        <a14:foregroundMark x1="69994" y1="93597" x2="68093" y2="94075"/>
                        <a14:foregroundMark x1="68984" y1="93716" x2="66667" y2="94434"/>
                        <a14:foregroundMark x1="7651" y1="42370" x2="8021" y2="50269"/>
                        <a14:foregroundMark x1="7428" y1="37614" x2="7541" y2="40036"/>
                        <a14:foregroundMark x1="7130" y1="31239" x2="7256" y2="33939"/>
                        <a14:foregroundMark x1="8021" y1="50269" x2="9091" y2="53142"/>
                        <a14:foregroundMark x1="7679" y1="42370" x2="7665" y2="42729"/>
                        <a14:foregroundMark x1="7867" y1="37637" x2="7772" y2="40036"/>
                        <a14:foregroundMark x1="7665" y1="42729" x2="7665" y2="42729"/>
                        <a14:foregroundMark x1="8083" y1="42370" x2="9982" y2="53321"/>
                        <a14:foregroundMark x1="7256" y1="37605" x2="7678" y2="40036"/>
                        <a14:foregroundMark x1="7389" y1="42370" x2="8378" y2="52424"/>
                        <a14:foregroundMark x1="6852" y1="36907" x2="7160" y2="40036"/>
                        <a14:backgroundMark x1="1604" y1="40754" x2="4278" y2="50987"/>
                        <a14:backgroundMark x1="4278" y1="50987" x2="5299" y2="52092"/>
                        <a14:backgroundMark x1="5704" y1="16338" x2="5723" y2="16784"/>
                        <a14:backgroundMark x1="52228" y1="98564" x2="52423" y2="98542"/>
                        <a14:backgroundMark x1="10873" y1="64093" x2="13012" y2="68582"/>
                        <a14:backgroundMark x1="8913" y1="62478" x2="10873" y2="63914"/>
                        <a14:backgroundMark x1="10695" y1="63734" x2="11052" y2="64093"/>
                        <a14:backgroundMark x1="12121" y1="67504" x2="13369" y2="68223"/>
                        <a14:backgroundMark x1="11052" y1="82226" x2="17291" y2="89587"/>
                        <a14:backgroundMark x1="17291" y1="89587" x2="24242" y2="92998"/>
                        <a14:backgroundMark x1="10695" y1="80790" x2="11765" y2="82406"/>
                        <a14:backgroundMark x1="23173" y1="91741" x2="26916" y2="93357"/>
                        <a14:backgroundMark x1="55080" y1="98205" x2="64528" y2="96948"/>
                        <a14:backgroundMark x1="78844" y1="89338" x2="83779" y2="86715"/>
                        <a14:backgroundMark x1="64528" y1="96948" x2="67426" y2="95408"/>
                        <a14:backgroundMark x1="83779" y1="86715" x2="86631" y2="83303"/>
                        <a14:backgroundMark x1="70792" y1="96034" x2="75045" y2="93178"/>
                        <a14:backgroundMark x1="67558" y1="98205" x2="70506" y2="96226"/>
                        <a14:backgroundMark x1="64349" y1="98205" x2="70766" y2="96768"/>
                        <a14:backgroundMark x1="86988" y1="82765" x2="86275" y2="83124"/>
                        <a14:backgroundMark x1="71301" y1="94255" x2="70410" y2="94255"/>
                        <a14:backgroundMark x1="6774" y1="16158" x2="6417" y2="16697"/>
                        <a14:backgroundMark x1="6239" y1="19749" x2="6239" y2="21544"/>
                        <a14:backgroundMark x1="5526" y1="30162" x2="5640" y2="31310"/>
                        <a14:backgroundMark x1="5882" y1="30880" x2="5882" y2="31298"/>
                        <a14:backgroundMark x1="5704" y1="26391" x2="5629" y2="31310"/>
                        <a14:backgroundMark x1="29590" y1="29982" x2="29590" y2="29982"/>
                        <a14:backgroundMark x1="5882" y1="34111" x2="5704" y2="37522"/>
                        <a14:backgroundMark x1="5882" y1="34111" x2="6239" y2="36984"/>
                        <a14:backgroundMark x1="6239" y1="40036" x2="6239" y2="42370"/>
                      </a14:backgroundRemoval>
                    </a14:imgEffect>
                  </a14:imgLayer>
                </a14:imgProps>
              </a:ext>
            </a:extLst>
          </a:blip>
          <a:stretch>
            <a:fillRect/>
          </a:stretch>
        </p:blipFill>
        <p:spPr>
          <a:xfrm>
            <a:off x="117195" y="3713"/>
            <a:ext cx="670205" cy="665426"/>
          </a:xfrm>
          <a:prstGeom prst="rect">
            <a:avLst/>
          </a:prstGeom>
        </p:spPr>
      </p:pic>
    </p:spTree>
    <p:extLst>
      <p:ext uri="{BB962C8B-B14F-4D97-AF65-F5344CB8AC3E}">
        <p14:creationId xmlns:p14="http://schemas.microsoft.com/office/powerpoint/2010/main" val="42183767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円柱 8">
            <a:extLst>
              <a:ext uri="{FF2B5EF4-FFF2-40B4-BE49-F238E27FC236}">
                <a16:creationId xmlns:a16="http://schemas.microsoft.com/office/drawing/2014/main" id="{C5DF5B15-00AF-459A-A0DD-9F325E1FB242}"/>
              </a:ext>
            </a:extLst>
          </p:cNvPr>
          <p:cNvSpPr/>
          <p:nvPr userDrawn="1"/>
        </p:nvSpPr>
        <p:spPr>
          <a:xfrm rot="5400000">
            <a:off x="6027767" y="-4114284"/>
            <a:ext cx="492066" cy="8923868"/>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3" name="テキスト プレースホルダー 2">
            <a:extLst>
              <a:ext uri="{FF2B5EF4-FFF2-40B4-BE49-F238E27FC236}">
                <a16:creationId xmlns:a16="http://schemas.microsoft.com/office/drawing/2014/main" id="{C677FABF-F3AA-4660-AFA7-F600F7566D71}"/>
              </a:ext>
            </a:extLst>
          </p:cNvPr>
          <p:cNvSpPr>
            <a:spLocks noGrp="1"/>
          </p:cNvSpPr>
          <p:nvPr>
            <p:ph type="body" idx="1"/>
          </p:nvPr>
        </p:nvSpPr>
        <p:spPr>
          <a:xfrm>
            <a:off x="838200" y="2093954"/>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A4A8FDED-24ED-4DEF-8E8D-F322BDC635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711E59-91EA-47B0-AF74-FF07041BBA0E}" type="datetimeFigureOut">
              <a:rPr kumimoji="1" lang="ja-JP" altLang="en-US" smtClean="0"/>
              <a:t>2026/2/10</a:t>
            </a:fld>
            <a:endParaRPr kumimoji="1" lang="ja-JP" altLang="en-US"/>
          </a:p>
        </p:txBody>
      </p:sp>
      <p:sp>
        <p:nvSpPr>
          <p:cNvPr id="5" name="フッター プレースホルダー 4">
            <a:extLst>
              <a:ext uri="{FF2B5EF4-FFF2-40B4-BE49-F238E27FC236}">
                <a16:creationId xmlns:a16="http://schemas.microsoft.com/office/drawing/2014/main" id="{0F86F4FD-A977-4659-87D2-452AEF8C9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91E282E-1B46-4E9B-81DB-873706E89F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A399D-D976-4A9D-A096-DE4C517DD142}" type="slidenum">
              <a:rPr kumimoji="1" lang="ja-JP" altLang="en-US" smtClean="0"/>
              <a:t>‹#›</a:t>
            </a:fld>
            <a:endParaRPr kumimoji="1" lang="ja-JP" altLang="en-US"/>
          </a:p>
        </p:txBody>
      </p:sp>
      <p:pic>
        <p:nvPicPr>
          <p:cNvPr id="8" name="図 7">
            <a:extLst>
              <a:ext uri="{FF2B5EF4-FFF2-40B4-BE49-F238E27FC236}">
                <a16:creationId xmlns:a16="http://schemas.microsoft.com/office/drawing/2014/main" id="{B380FD79-7BE9-46DD-B647-2F78975697BC}"/>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
        <p:nvSpPr>
          <p:cNvPr id="2" name="タイトル プレースホルダー 1">
            <a:extLst>
              <a:ext uri="{FF2B5EF4-FFF2-40B4-BE49-F238E27FC236}">
                <a16:creationId xmlns:a16="http://schemas.microsoft.com/office/drawing/2014/main" id="{1F1FCA89-144D-4328-8B92-39913D8BCB7C}"/>
              </a:ext>
            </a:extLst>
          </p:cNvPr>
          <p:cNvSpPr>
            <a:spLocks noGrp="1"/>
          </p:cNvSpPr>
          <p:nvPr>
            <p:ph type="title"/>
          </p:nvPr>
        </p:nvSpPr>
        <p:spPr>
          <a:xfrm>
            <a:off x="2082800" y="101616"/>
            <a:ext cx="8140702" cy="492067"/>
          </a:xfrm>
          <a:prstGeom prst="rect">
            <a:avLst/>
          </a:prstGeom>
        </p:spPr>
        <p:txBody>
          <a:bodyPr vert="horz" lIns="91440" tIns="45720" rIns="91440" bIns="45720" rtlCol="0" anchor="ctr">
            <a:noAutofit/>
          </a:bodyPr>
          <a:lstStyle/>
          <a:p>
            <a:r>
              <a:rPr kumimoji="1" lang="ja-JP" altLang="en-US" dirty="0"/>
              <a:t>マスター タイトルの書式設定</a:t>
            </a:r>
          </a:p>
        </p:txBody>
      </p:sp>
    </p:spTree>
    <p:extLst>
      <p:ext uri="{BB962C8B-B14F-4D97-AF65-F5344CB8AC3E}">
        <p14:creationId xmlns:p14="http://schemas.microsoft.com/office/powerpoint/2010/main" val="320834668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1" r:id="rId12"/>
    <p:sldLayoutId id="2147483722" r:id="rId13"/>
    <p:sldLayoutId id="2147483723" r:id="rId14"/>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ＭＳ ゴシック" panose="020B0609070205080204" pitchFamily="49" charset="-128"/>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ＭＳ ゴシック" panose="020B0609070205080204" pitchFamily="49" charset="-128"/>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ＭＳ ゴシック" panose="020B0609070205080204" pitchFamily="49" charset="-128"/>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ＭＳ ゴシック" panose="020B0609070205080204" pitchFamily="49" charset="-128"/>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675">
                <a:solidFill>
                  <a:schemeClr val="tx1">
                    <a:tint val="75000"/>
                  </a:schemeClr>
                </a:solidFill>
              </a:defRPr>
            </a:lvl1pPr>
          </a:lstStyle>
          <a:p>
            <a:endParaRPr kumimoji="1" lang="ja-JP" altLang="en-US" dirty="0"/>
          </a:p>
        </p:txBody>
      </p:sp>
      <p:sp>
        <p:nvSpPr>
          <p:cNvPr id="5" name="フッター プレースホルダー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80709F25-3440-4B76-B09C-B07F16B95057}" type="slidenum">
              <a:rPr kumimoji="1" lang="ja-JP" altLang="en-US" smtClean="0"/>
              <a:t>‹#›</a:t>
            </a:fld>
            <a:endParaRPr kumimoji="1" lang="ja-JP" altLang="en-US" dirty="0"/>
          </a:p>
        </p:txBody>
      </p:sp>
      <p:grpSp>
        <p:nvGrpSpPr>
          <p:cNvPr id="7" name="グループ化 6">
            <a:extLst>
              <a:ext uri="{FF2B5EF4-FFF2-40B4-BE49-F238E27FC236}">
                <a16:creationId xmlns:a16="http://schemas.microsoft.com/office/drawing/2014/main" id="{33999FEC-3884-415E-B4FE-BA1E5F744F95}"/>
              </a:ext>
            </a:extLst>
          </p:cNvPr>
          <p:cNvGrpSpPr/>
          <p:nvPr userDrawn="1"/>
        </p:nvGrpSpPr>
        <p:grpSpPr>
          <a:xfrm>
            <a:off x="11195267" y="161950"/>
            <a:ext cx="887309" cy="547330"/>
            <a:chOff x="10762108" y="88735"/>
            <a:chExt cx="1183079" cy="729773"/>
          </a:xfrm>
        </p:grpSpPr>
        <p:sp>
          <p:nvSpPr>
            <p:cNvPr id="8" name="正方形/長方形 7">
              <a:extLst>
                <a:ext uri="{FF2B5EF4-FFF2-40B4-BE49-F238E27FC236}">
                  <a16:creationId xmlns:a16="http://schemas.microsoft.com/office/drawing/2014/main" id="{383D1E1E-F069-412B-B71F-ECFC4DA31343}"/>
                </a:ext>
              </a:extLst>
            </p:cNvPr>
            <p:cNvSpPr/>
            <p:nvPr userDrawn="1"/>
          </p:nvSpPr>
          <p:spPr>
            <a:xfrm>
              <a:off x="10762413" y="88735"/>
              <a:ext cx="1182774" cy="368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1200" dirty="0">
                  <a:solidFill>
                    <a:srgbClr val="FF0000"/>
                  </a:solidFill>
                  <a:latin typeface="游ゴシック" panose="020B0400000000000000" pitchFamily="50" charset="-128"/>
                  <a:ea typeface="游ゴシック" panose="020B0400000000000000" pitchFamily="50" charset="-128"/>
                </a:rPr>
                <a:t>対外厳秘</a:t>
              </a:r>
            </a:p>
          </p:txBody>
        </p:sp>
        <p:sp>
          <p:nvSpPr>
            <p:cNvPr id="9" name="正方形/長方形 8">
              <a:extLst>
                <a:ext uri="{FF2B5EF4-FFF2-40B4-BE49-F238E27FC236}">
                  <a16:creationId xmlns:a16="http://schemas.microsoft.com/office/drawing/2014/main" id="{FAA70DB0-0EE6-4903-BDC9-5FFDE76B41FA}"/>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隊進捗管理報告</a:t>
              </a:r>
              <a:endParaRPr lang="en-US" altLang="ja-JP" sz="675" dirty="0">
                <a:solidFill>
                  <a:prstClr val="white"/>
                </a:solidFill>
                <a:latin typeface="游ゴシック" panose="020B0400000000000000" pitchFamily="50" charset="-128"/>
                <a:ea typeface="游ゴシック" panose="020B0400000000000000" pitchFamily="50" charset="-128"/>
              </a:endParaRPr>
            </a:p>
            <a:p>
              <a:pPr algn="ctr">
                <a:defRPr/>
              </a:pPr>
              <a:r>
                <a:rPr lang="ja-JP" altLang="en-US" sz="675" dirty="0">
                  <a:solidFill>
                    <a:prstClr val="white"/>
                  </a:solidFill>
                  <a:latin typeface="游ゴシック" panose="020B0400000000000000" pitchFamily="50" charset="-128"/>
                  <a:ea typeface="游ゴシック" panose="020B0400000000000000" pitchFamily="50" charset="-128"/>
                </a:rPr>
                <a:t>関係者に限定</a:t>
              </a:r>
            </a:p>
          </p:txBody>
        </p:sp>
      </p:grpSp>
      <p:sp>
        <p:nvSpPr>
          <p:cNvPr id="10" name="スライド番号プレースホルダー 5">
            <a:extLst>
              <a:ext uri="{FF2B5EF4-FFF2-40B4-BE49-F238E27FC236}">
                <a16:creationId xmlns:a16="http://schemas.microsoft.com/office/drawing/2014/main" id="{BE5E8737-89FA-4222-8D51-0EEF09BFAB6E}"/>
              </a:ext>
            </a:extLst>
          </p:cNvPr>
          <p:cNvSpPr txBox="1">
            <a:spLocks/>
          </p:cNvSpPr>
          <p:nvPr userDrawn="1"/>
        </p:nvSpPr>
        <p:spPr>
          <a:xfrm>
            <a:off x="11718188" y="6561374"/>
            <a:ext cx="480000" cy="288000"/>
          </a:xfrm>
          <a:prstGeom prst="rect">
            <a:avLst/>
          </a:prstGeom>
          <a:solidFill>
            <a:schemeClr val="tx1"/>
          </a:solidFill>
        </p:spPr>
        <p:txBody>
          <a:bodyPr vert="horz" lIns="36000" tIns="36000" rIns="36000" bIns="36000" rtlCol="0" anchor="ctr"/>
          <a:lstStyle>
            <a:defPPr>
              <a:defRPr lang="ja-JP"/>
            </a:defPPr>
            <a:lvl1pPr marL="0" algn="ctr" defTabSz="914400" rtl="0" eaLnBrk="1" latinLnBrk="0" hangingPunct="1">
              <a:defRPr kumimoji="1" sz="1050"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mtClean="0"/>
              <a:pPr/>
              <a:t>‹#›</a:t>
            </a:fld>
            <a:endParaRPr lang="ja-JP" altLang="en-US" dirty="0"/>
          </a:p>
        </p:txBody>
      </p:sp>
    </p:spTree>
    <p:extLst>
      <p:ext uri="{BB962C8B-B14F-4D97-AF65-F5344CB8AC3E}">
        <p14:creationId xmlns:p14="http://schemas.microsoft.com/office/powerpoint/2010/main" val="2242852032"/>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Lst>
  <p:hf hdr="0" ftr="0" dt="0"/>
  <p:txStyles>
    <p:titleStyle>
      <a:lvl1pPr algn="l" defTabSz="514350" rtl="0" eaLnBrk="1" latinLnBrk="0" hangingPunct="1">
        <a:lnSpc>
          <a:spcPct val="90000"/>
        </a:lnSpc>
        <a:spcBef>
          <a:spcPct val="0"/>
        </a:spcBef>
        <a:buNone/>
        <a:defRPr kumimoji="1"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kumimoji="1"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kumimoji="1"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kumimoji="1"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kumimoji="1" sz="1013" kern="1200">
          <a:solidFill>
            <a:schemeClr val="tx1"/>
          </a:solidFill>
          <a:latin typeface="+mn-lt"/>
          <a:ea typeface="+mn-ea"/>
          <a:cs typeface="+mn-cs"/>
        </a:defRPr>
      </a:lvl9pPr>
    </p:bodyStyle>
    <p:otherStyle>
      <a:defPPr>
        <a:defRPr lang="ja-JP"/>
      </a:defPPr>
      <a:lvl1pPr marL="0" algn="l" defTabSz="514350" rtl="0" eaLnBrk="1" latinLnBrk="0" hangingPunct="1">
        <a:defRPr kumimoji="1" sz="1013" kern="1200">
          <a:solidFill>
            <a:schemeClr val="tx1"/>
          </a:solidFill>
          <a:latin typeface="+mn-lt"/>
          <a:ea typeface="+mn-ea"/>
          <a:cs typeface="+mn-cs"/>
        </a:defRPr>
      </a:lvl1pPr>
      <a:lvl2pPr marL="257175" algn="l" defTabSz="514350" rtl="0" eaLnBrk="1" latinLnBrk="0" hangingPunct="1">
        <a:defRPr kumimoji="1" sz="1013" kern="1200">
          <a:solidFill>
            <a:schemeClr val="tx1"/>
          </a:solidFill>
          <a:latin typeface="+mn-lt"/>
          <a:ea typeface="+mn-ea"/>
          <a:cs typeface="+mn-cs"/>
        </a:defRPr>
      </a:lvl2pPr>
      <a:lvl3pPr marL="514350" algn="l" defTabSz="514350" rtl="0" eaLnBrk="1" latinLnBrk="0" hangingPunct="1">
        <a:defRPr kumimoji="1" sz="1013" kern="1200">
          <a:solidFill>
            <a:schemeClr val="tx1"/>
          </a:solidFill>
          <a:latin typeface="+mn-lt"/>
          <a:ea typeface="+mn-ea"/>
          <a:cs typeface="+mn-cs"/>
        </a:defRPr>
      </a:lvl3pPr>
      <a:lvl4pPr marL="771525" algn="l" defTabSz="514350" rtl="0" eaLnBrk="1" latinLnBrk="0" hangingPunct="1">
        <a:defRPr kumimoji="1" sz="1013" kern="1200">
          <a:solidFill>
            <a:schemeClr val="tx1"/>
          </a:solidFill>
          <a:latin typeface="+mn-lt"/>
          <a:ea typeface="+mn-ea"/>
          <a:cs typeface="+mn-cs"/>
        </a:defRPr>
      </a:lvl4pPr>
      <a:lvl5pPr marL="1028700" algn="l" defTabSz="514350" rtl="0" eaLnBrk="1" latinLnBrk="0" hangingPunct="1">
        <a:defRPr kumimoji="1" sz="1013" kern="1200">
          <a:solidFill>
            <a:schemeClr val="tx1"/>
          </a:solidFill>
          <a:latin typeface="+mn-lt"/>
          <a:ea typeface="+mn-ea"/>
          <a:cs typeface="+mn-cs"/>
        </a:defRPr>
      </a:lvl5pPr>
      <a:lvl6pPr marL="1285875" algn="l" defTabSz="514350" rtl="0" eaLnBrk="1" latinLnBrk="0" hangingPunct="1">
        <a:defRPr kumimoji="1" sz="1013" kern="1200">
          <a:solidFill>
            <a:schemeClr val="tx1"/>
          </a:solidFill>
          <a:latin typeface="+mn-lt"/>
          <a:ea typeface="+mn-ea"/>
          <a:cs typeface="+mn-cs"/>
        </a:defRPr>
      </a:lvl6pPr>
      <a:lvl7pPr marL="1543050" algn="l" defTabSz="514350" rtl="0" eaLnBrk="1" latinLnBrk="0" hangingPunct="1">
        <a:defRPr kumimoji="1" sz="1013" kern="1200">
          <a:solidFill>
            <a:schemeClr val="tx1"/>
          </a:solidFill>
          <a:latin typeface="+mn-lt"/>
          <a:ea typeface="+mn-ea"/>
          <a:cs typeface="+mn-cs"/>
        </a:defRPr>
      </a:lvl7pPr>
      <a:lvl8pPr marL="1800225" algn="l" defTabSz="514350" rtl="0" eaLnBrk="1" latinLnBrk="0" hangingPunct="1">
        <a:defRPr kumimoji="1" sz="1013" kern="1200">
          <a:solidFill>
            <a:schemeClr val="tx1"/>
          </a:solidFill>
          <a:latin typeface="+mn-lt"/>
          <a:ea typeface="+mn-ea"/>
          <a:cs typeface="+mn-cs"/>
        </a:defRPr>
      </a:lvl8pPr>
      <a:lvl9pPr marL="2057400" algn="l" defTabSz="514350" rtl="0" eaLnBrk="1" latinLnBrk="0" hangingPunct="1">
        <a:defRPr kumimoji="1" sz="1013"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28A5448-7F15-4869-BD86-AD13E7E8F8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8" name="円柱 7">
            <a:extLst>
              <a:ext uri="{FF2B5EF4-FFF2-40B4-BE49-F238E27FC236}">
                <a16:creationId xmlns:a16="http://schemas.microsoft.com/office/drawing/2014/main" id="{DE3E81C7-C7FA-4334-8F56-35279D4470A2}"/>
              </a:ext>
            </a:extLst>
          </p:cNvPr>
          <p:cNvSpPr/>
          <p:nvPr userDrawn="1"/>
        </p:nvSpPr>
        <p:spPr>
          <a:xfrm rot="5400000">
            <a:off x="5979392" y="-3909277"/>
            <a:ext cx="492066" cy="8513853"/>
          </a:xfrm>
          <a:prstGeom prst="can">
            <a:avLst/>
          </a:prstGeom>
          <a:gradFill flip="none" rotWithShape="1">
            <a:gsLst>
              <a:gs pos="0">
                <a:srgbClr val="6666FF">
                  <a:alpha val="50196"/>
                </a:srgbClr>
              </a:gs>
              <a:gs pos="50000">
                <a:schemeClr val="accent1">
                  <a:tint val="23500"/>
                  <a:satMod val="160000"/>
                </a:schemeClr>
              </a:gs>
              <a:gs pos="100000">
                <a:srgbClr val="6666FF">
                  <a:alpha val="50196"/>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800" dirty="0"/>
          </a:p>
        </p:txBody>
      </p:sp>
      <p:sp>
        <p:nvSpPr>
          <p:cNvPr id="2" name="タイトル プレースホルダー 1">
            <a:extLst>
              <a:ext uri="{FF2B5EF4-FFF2-40B4-BE49-F238E27FC236}">
                <a16:creationId xmlns:a16="http://schemas.microsoft.com/office/drawing/2014/main" id="{2FF4A1AE-8454-40D5-B600-9A70B2A2C5A2}"/>
              </a:ext>
            </a:extLst>
          </p:cNvPr>
          <p:cNvSpPr>
            <a:spLocks noGrp="1"/>
          </p:cNvSpPr>
          <p:nvPr>
            <p:ph type="title"/>
          </p:nvPr>
        </p:nvSpPr>
        <p:spPr>
          <a:xfrm>
            <a:off x="1968499" y="101617"/>
            <a:ext cx="8255002" cy="492066"/>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9" name="スライド番号プレースホルダー 5">
            <a:extLst>
              <a:ext uri="{FF2B5EF4-FFF2-40B4-BE49-F238E27FC236}">
                <a16:creationId xmlns:a16="http://schemas.microsoft.com/office/drawing/2014/main" id="{2B64D2B2-2A34-4C26-840E-C8E271813E07}"/>
              </a:ext>
            </a:extLst>
          </p:cNvPr>
          <p:cNvSpPr txBox="1">
            <a:spLocks/>
          </p:cNvSpPr>
          <p:nvPr userDrawn="1"/>
        </p:nvSpPr>
        <p:spPr>
          <a:xfrm>
            <a:off x="11832000" y="6570000"/>
            <a:ext cx="360000" cy="288000"/>
          </a:xfrm>
          <a:prstGeom prst="rect">
            <a:avLst/>
          </a:prstGeom>
          <a:solidFill>
            <a:schemeClr val="tx1"/>
          </a:solidFill>
          <a:ln>
            <a:solidFill>
              <a:schemeClr val="tx1"/>
            </a:solidFill>
          </a:ln>
        </p:spPr>
        <p:txBody>
          <a:bodyPr vert="horz" lIns="36000" tIns="36000" rIns="36000" bIns="36000" rtlCol="0" anchor="ctr"/>
          <a:lstStyle>
            <a:defPPr>
              <a:defRPr lang="ja-JP"/>
            </a:defPPr>
            <a:lvl1pPr marL="0" algn="ctr" defTabSz="914400" rtl="0" eaLnBrk="1" latinLnBrk="0" hangingPunct="1">
              <a:defRPr kumimoji="1" sz="788" b="1" kern="1200">
                <a:solidFill>
                  <a:schemeClr val="bg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80709F25-3440-4B76-B09C-B07F16B95057}" type="slidenum">
              <a:rPr lang="ja-JP" altLang="en-US" sz="1100" smtClean="0"/>
              <a:pPr/>
              <a:t>‹#›</a:t>
            </a:fld>
            <a:endParaRPr lang="ja-JP" altLang="en-US" sz="1100" dirty="0"/>
          </a:p>
        </p:txBody>
      </p:sp>
      <p:pic>
        <p:nvPicPr>
          <p:cNvPr id="10" name="図 9">
            <a:extLst>
              <a:ext uri="{FF2B5EF4-FFF2-40B4-BE49-F238E27FC236}">
                <a16:creationId xmlns:a16="http://schemas.microsoft.com/office/drawing/2014/main" id="{F5669AF3-2D23-4C12-886F-421A8ABAACFA}"/>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71418" y="0"/>
            <a:ext cx="573514" cy="593683"/>
          </a:xfrm>
          <a:prstGeom prst="rect">
            <a:avLst/>
          </a:prstGeom>
        </p:spPr>
      </p:pic>
    </p:spTree>
    <p:extLst>
      <p:ext uri="{BB962C8B-B14F-4D97-AF65-F5344CB8AC3E}">
        <p14:creationId xmlns:p14="http://schemas.microsoft.com/office/powerpoint/2010/main" val="114688841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ctr" defTabSz="914400" rtl="0" eaLnBrk="1" latinLnBrk="0" hangingPunct="1">
        <a:lnSpc>
          <a:spcPct val="90000"/>
        </a:lnSpc>
        <a:spcBef>
          <a:spcPct val="0"/>
        </a:spcBef>
        <a:buNone/>
        <a:defRPr kumimoji="1" sz="2800" kern="1200">
          <a:solidFill>
            <a:schemeClr val="tx1"/>
          </a:solidFill>
          <a:latin typeface="ＭＳ ゴシック" panose="020B0609070205080204" pitchFamily="49" charset="-128"/>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B7CA9EB-F0CD-413E-BE77-ED4BE277652A}"/>
              </a:ext>
            </a:extLst>
          </p:cNvPr>
          <p:cNvSpPr/>
          <p:nvPr/>
        </p:nvSpPr>
        <p:spPr>
          <a:xfrm>
            <a:off x="2474336" y="2828835"/>
            <a:ext cx="7243325"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rPr>
              <a:t>春日調査項目</a:t>
            </a:r>
            <a:endParaRPr kumimoji="1" lang="en-US" altLang="ja-JP" sz="3600" b="1" i="0" u="none" strike="noStrike" kern="1200" cap="none" spc="0" normalizeH="0" baseline="0" noProof="0" dirty="0">
              <a:ln>
                <a:noFill/>
              </a:ln>
              <a:solidFill>
                <a:srgbClr val="0000FF"/>
              </a:solidFill>
              <a:effectLst>
                <a:glow rad="127000">
                  <a:prstClr val="white"/>
                </a:glow>
                <a:outerShdw blurRad="38100" dist="38100" dir="2700000" algn="tl">
                  <a:srgbClr val="000000">
                    <a:alpha val="43137"/>
                  </a:srgbClr>
                </a:outerShdw>
              </a:effectLst>
              <a:uLnTx/>
              <a:uFillTx/>
              <a:latin typeface="HGｺﾞｼｯｸM" panose="020B0609000000000000" pitchFamily="49" charset="-128"/>
              <a:ea typeface="HGｺﾞｼｯｸM" panose="020B0609000000000000" pitchFamily="49" charset="-128"/>
              <a:cs typeface="+mn-cs"/>
            </a:endParaRPr>
          </a:p>
        </p:txBody>
      </p:sp>
      <p:sp>
        <p:nvSpPr>
          <p:cNvPr id="3" name="サブタイトル 170">
            <a:extLst>
              <a:ext uri="{FF2B5EF4-FFF2-40B4-BE49-F238E27FC236}">
                <a16:creationId xmlns:a16="http://schemas.microsoft.com/office/drawing/2014/main" id="{A4FB42CC-99B3-418E-833E-D4E7CE9F63F2}"/>
              </a:ext>
            </a:extLst>
          </p:cNvPr>
          <p:cNvSpPr txBox="1">
            <a:spLocks/>
          </p:cNvSpPr>
          <p:nvPr/>
        </p:nvSpPr>
        <p:spPr>
          <a:xfrm>
            <a:off x="2871802" y="5303909"/>
            <a:ext cx="6448391" cy="983346"/>
          </a:xfrm>
          <a:prstGeom prst="rect">
            <a:avLst/>
          </a:prstGeom>
        </p:spPr>
        <p:txBody>
          <a:bodyPr vert="horz" wrap="square" lIns="68580" tIns="34290" rIns="68580" bIns="34290" rtlCol="0">
            <a:spAutoFit/>
          </a:bodyPr>
          <a:lstStyle/>
          <a:p>
            <a:pPr marL="0" marR="0" lvl="0" indent="0" algn="ctr" defTabSz="914400" rtl="0" eaLnBrk="1" fontAlgn="auto" latinLnBrk="0" hangingPunct="1">
              <a:lnSpc>
                <a:spcPct val="100000"/>
              </a:lnSpc>
              <a:spcBef>
                <a:spcPct val="20000"/>
              </a:spcBef>
              <a:spcAft>
                <a:spcPts val="0"/>
              </a:spcAft>
              <a:buClrTx/>
              <a:buSzTx/>
              <a:buFontTx/>
              <a:buNone/>
              <a:tabLst/>
              <a:defRPr/>
            </a:pP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令和</a:t>
            </a:r>
            <a:r>
              <a:rPr lang="ja-JP" altLang="en-US" sz="2700" b="1" dirty="0">
                <a:solidFill>
                  <a:prstClr val="black"/>
                </a:solidFill>
                <a:latin typeface="ＭＳ ゴシック" panose="020B0609070205080204" pitchFamily="49" charset="-128"/>
                <a:ea typeface="ＭＳ ゴシック" panose="020B0609070205080204" pitchFamily="49" charset="-128"/>
              </a:rPr>
              <a:t>８</a:t>
            </a:r>
            <a:r>
              <a:rPr kumimoji="1" lang="ja-JP" altLang="en-US" sz="27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年２</a:t>
            </a:r>
            <a:r>
              <a:rPr lang="ja-JP" altLang="en-US" sz="2700" b="1" dirty="0">
                <a:solidFill>
                  <a:prstClr val="black"/>
                </a:solidFill>
                <a:latin typeface="ＭＳ ゴシック" panose="020B0609070205080204" pitchFamily="49" charset="-128"/>
                <a:ea typeface="ＭＳ ゴシック" panose="020B0609070205080204" pitchFamily="49" charset="-128"/>
              </a:rPr>
              <a:t>月　日</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a:p>
            <a:pPr marL="0" marR="0" lvl="0" indent="0" algn="ctr" defTabSz="914400" rtl="0" eaLnBrk="1" fontAlgn="auto" latinLnBrk="0" hangingPunct="1">
              <a:lnSpc>
                <a:spcPct val="100000"/>
              </a:lnSpc>
              <a:spcBef>
                <a:spcPct val="20000"/>
              </a:spcBef>
              <a:spcAft>
                <a:spcPts val="0"/>
              </a:spcAft>
              <a:buClrTx/>
              <a:buSzTx/>
              <a:buFontTx/>
              <a:buNone/>
              <a:tabLst/>
              <a:defRPr/>
            </a:pPr>
            <a:r>
              <a:rPr lang="ja-JP" altLang="en-US" sz="2700" b="1" dirty="0">
                <a:solidFill>
                  <a:prstClr val="black"/>
                </a:solidFill>
                <a:latin typeface="ＭＳ ゴシック" panose="020B0609070205080204" pitchFamily="49" charset="-128"/>
                <a:ea typeface="ＭＳ ゴシック" panose="020B0609070205080204" pitchFamily="49" charset="-128"/>
              </a:rPr>
              <a:t>ＣＰＴ１班２分隊</a:t>
            </a:r>
            <a:endParaRPr lang="en-US" altLang="ja-JP" sz="2700" b="1" dirty="0">
              <a:solidFill>
                <a:prstClr val="black"/>
              </a:solidFill>
              <a:latin typeface="ＭＳ ゴシック" panose="020B0609070205080204" pitchFamily="49" charset="-128"/>
              <a:ea typeface="ＭＳ ゴシック" panose="020B0609070205080204" pitchFamily="49" charset="-128"/>
            </a:endParaRPr>
          </a:p>
        </p:txBody>
      </p:sp>
      <p:sp>
        <p:nvSpPr>
          <p:cNvPr id="4" name="正方形/長方形 3">
            <a:extLst>
              <a:ext uri="{FF2B5EF4-FFF2-40B4-BE49-F238E27FC236}">
                <a16:creationId xmlns:a16="http://schemas.microsoft.com/office/drawing/2014/main" id="{7AFC944D-1BAD-4A9C-BC2D-21FBFA75F207}"/>
              </a:ext>
            </a:extLst>
          </p:cNvPr>
          <p:cNvSpPr/>
          <p:nvPr/>
        </p:nvSpPr>
        <p:spPr>
          <a:xfrm>
            <a:off x="3092150" y="4174863"/>
            <a:ext cx="6299678" cy="983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dirty="0">
                <a:solidFill>
                  <a:schemeClr val="tx1"/>
                </a:solidFill>
                <a:latin typeface="ＭＳ ゴシック" panose="020B0609070205080204" pitchFamily="49" charset="-128"/>
                <a:ea typeface="ＭＳ ゴシック" panose="020B0609070205080204" pitchFamily="49" charset="-128"/>
              </a:rPr>
              <a:t>【</a:t>
            </a:r>
            <a:r>
              <a:rPr kumimoji="1" lang="ja-JP" altLang="en-US" sz="1600" dirty="0">
                <a:solidFill>
                  <a:schemeClr val="tx1"/>
                </a:solidFill>
                <a:latin typeface="ＭＳ ゴシック" panose="020B0609070205080204" pitchFamily="49" charset="-128"/>
                <a:ea typeface="ＭＳ ゴシック" panose="020B0609070205080204" pitchFamily="49" charset="-128"/>
              </a:rPr>
              <a:t>趣　旨</a:t>
            </a:r>
            <a:r>
              <a:rPr kumimoji="1" lang="en-US" altLang="ja-JP" sz="1600" dirty="0">
                <a:solidFill>
                  <a:schemeClr val="tx1"/>
                </a:solidFill>
                <a:latin typeface="ＭＳ ゴシック" panose="020B0609070205080204" pitchFamily="49" charset="-128"/>
                <a:ea typeface="ＭＳ ゴシック" panose="020B0609070205080204" pitchFamily="49" charset="-128"/>
              </a:rPr>
              <a:t>】</a:t>
            </a:r>
          </a:p>
          <a:p>
            <a:r>
              <a:rPr lang="ja-JP" altLang="en-US" dirty="0">
                <a:solidFill>
                  <a:schemeClr val="tx1"/>
                </a:solidFill>
                <a:latin typeface="ＭＳ ゴシック" panose="020B0609070205080204" pitchFamily="49" charset="-128"/>
                <a:ea typeface="ＭＳ ゴシック" panose="020B0609070205080204" pitchFamily="49" charset="-128"/>
              </a:rPr>
              <a:t>　</a:t>
            </a:r>
            <a:r>
              <a:rPr kumimoji="1" lang="ja-JP" altLang="en-US" dirty="0">
                <a:solidFill>
                  <a:schemeClr val="tx1"/>
                </a:solidFill>
                <a:highlight>
                  <a:srgbClr val="FFFF00"/>
                </a:highlight>
                <a:latin typeface="ＭＳ ゴシック" panose="020B0609070205080204" pitchFamily="49" charset="-128"/>
                <a:ea typeface="ＭＳ ゴシック" panose="020B0609070205080204" pitchFamily="49" charset="-128"/>
              </a:rPr>
              <a:t>　</a:t>
            </a:r>
          </a:p>
        </p:txBody>
      </p:sp>
      <p:grpSp>
        <p:nvGrpSpPr>
          <p:cNvPr id="5" name="グループ化 4">
            <a:extLst>
              <a:ext uri="{FF2B5EF4-FFF2-40B4-BE49-F238E27FC236}">
                <a16:creationId xmlns:a16="http://schemas.microsoft.com/office/drawing/2014/main" id="{9BF3CC64-5453-4E68-A5CA-6D47F80EB4C8}"/>
              </a:ext>
            </a:extLst>
          </p:cNvPr>
          <p:cNvGrpSpPr/>
          <p:nvPr/>
        </p:nvGrpSpPr>
        <p:grpSpPr>
          <a:xfrm>
            <a:off x="11027055" y="73984"/>
            <a:ext cx="984945" cy="547330"/>
            <a:chOff x="10762108" y="88735"/>
            <a:chExt cx="1183082" cy="729773"/>
          </a:xfrm>
        </p:grpSpPr>
        <p:sp>
          <p:nvSpPr>
            <p:cNvPr id="6" name="正方形/長方形 5">
              <a:extLst>
                <a:ext uri="{FF2B5EF4-FFF2-40B4-BE49-F238E27FC236}">
                  <a16:creationId xmlns:a16="http://schemas.microsoft.com/office/drawing/2014/main" id="{2A6C1B79-6CA7-45A5-8FB0-889500669FBD}"/>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7" name="正方形/長方形 6">
              <a:extLst>
                <a:ext uri="{FF2B5EF4-FFF2-40B4-BE49-F238E27FC236}">
                  <a16:creationId xmlns:a16="http://schemas.microsoft.com/office/drawing/2014/main" id="{11AE1176-B54F-49FB-9CD0-5891EEE9F3A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1265325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EB34D738-6A04-4E61-9016-62E2766F420B}"/>
              </a:ext>
            </a:extLst>
          </p:cNvPr>
          <p:cNvSpPr>
            <a:spLocks noGrp="1"/>
          </p:cNvSpPr>
          <p:nvPr>
            <p:ph type="sldNum" sz="quarter" idx="4294967295"/>
          </p:nvPr>
        </p:nvSpPr>
        <p:spPr>
          <a:xfrm>
            <a:off x="10818814" y="5873750"/>
            <a:ext cx="230187" cy="127000"/>
          </a:xfrm>
          <a:prstGeom prst="rect">
            <a:avLst/>
          </a:prstGeom>
        </p:spPr>
        <p:txBody>
          <a:bodyPr/>
          <a:lstStyle/>
          <a:p>
            <a:pPr algn="ctr" defTabSz="685796">
              <a:defRPr/>
            </a:pPr>
            <a:fld id="{E72C8F07-DB57-4129-B04E-1E64F941A10A}" type="slidenum">
              <a:rPr lang="ja-JP" altLang="en-US" sz="825" b="1">
                <a:solidFill>
                  <a:prstClr val="white"/>
                </a:solidFill>
                <a:latin typeface="ＭＳ ゴシック" panose="020B0609070205080204" pitchFamily="49" charset="-128"/>
                <a:ea typeface="ＭＳ ゴシック" panose="020B0609070205080204" pitchFamily="49" charset="-128"/>
              </a:rPr>
              <a:pPr algn="ctr" defTabSz="685796">
                <a:defRPr/>
              </a:pPr>
              <a:t>2</a:t>
            </a:fld>
            <a:endParaRPr lang="ja-JP" altLang="en-US" sz="825" b="1" dirty="0">
              <a:solidFill>
                <a:prstClr val="white"/>
              </a:solidFill>
              <a:latin typeface="ＭＳ ゴシック" panose="020B0609070205080204" pitchFamily="49" charset="-128"/>
              <a:ea typeface="ＭＳ ゴシック" panose="020B0609070205080204" pitchFamily="49" charset="-128"/>
            </a:endParaRPr>
          </a:p>
        </p:txBody>
      </p:sp>
      <p:sp>
        <p:nvSpPr>
          <p:cNvPr id="11" name="タイトル 1">
            <a:extLst>
              <a:ext uri="{FF2B5EF4-FFF2-40B4-BE49-F238E27FC236}">
                <a16:creationId xmlns:a16="http://schemas.microsoft.com/office/drawing/2014/main" id="{FF7D4D80-88DF-4CB2-8D4C-A4D205EAF4A0}"/>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府中での調査要領</a:t>
            </a:r>
          </a:p>
        </p:txBody>
      </p:sp>
      <p:pic>
        <p:nvPicPr>
          <p:cNvPr id="7" name="図 6">
            <a:extLst>
              <a:ext uri="{FF2B5EF4-FFF2-40B4-BE49-F238E27FC236}">
                <a16:creationId xmlns:a16="http://schemas.microsoft.com/office/drawing/2014/main" id="{BADDCDAF-AD39-4E8D-B13D-93AE04584CA8}"/>
              </a:ext>
            </a:extLst>
          </p:cNvPr>
          <p:cNvPicPr>
            <a:picLocks noChangeAspect="1"/>
          </p:cNvPicPr>
          <p:nvPr/>
        </p:nvPicPr>
        <p:blipFill rotWithShape="1">
          <a:blip r:embed="rId3"/>
          <a:srcRect l="2418" t="1512" r="18956" b="22003"/>
          <a:stretch/>
        </p:blipFill>
        <p:spPr>
          <a:xfrm>
            <a:off x="2067726" y="1719670"/>
            <a:ext cx="8037512" cy="5137811"/>
          </a:xfrm>
          <a:prstGeom prst="rect">
            <a:avLst/>
          </a:prstGeom>
          <a:ln w="19050">
            <a:solidFill>
              <a:srgbClr val="00B0F0"/>
            </a:solidFill>
          </a:ln>
        </p:spPr>
      </p:pic>
      <p:sp>
        <p:nvSpPr>
          <p:cNvPr id="8" name="四角形: 角を丸くする 7">
            <a:extLst>
              <a:ext uri="{FF2B5EF4-FFF2-40B4-BE49-F238E27FC236}">
                <a16:creationId xmlns:a16="http://schemas.microsoft.com/office/drawing/2014/main" id="{6F39CE6C-46AF-4C60-9F8B-91D4D00BD22E}"/>
              </a:ext>
            </a:extLst>
          </p:cNvPr>
          <p:cNvSpPr/>
          <p:nvPr/>
        </p:nvSpPr>
        <p:spPr>
          <a:xfrm>
            <a:off x="2652603" y="3034056"/>
            <a:ext cx="1131016" cy="56622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9" name="四角形: 角を丸くする 8">
            <a:extLst>
              <a:ext uri="{FF2B5EF4-FFF2-40B4-BE49-F238E27FC236}">
                <a16:creationId xmlns:a16="http://schemas.microsoft.com/office/drawing/2014/main" id="{F5384C71-0EC5-4FC9-82D9-01F5B30F93AA}"/>
              </a:ext>
            </a:extLst>
          </p:cNvPr>
          <p:cNvSpPr/>
          <p:nvPr/>
        </p:nvSpPr>
        <p:spPr>
          <a:xfrm>
            <a:off x="3796694" y="3620627"/>
            <a:ext cx="859146" cy="22301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0" name="四角形: 角を丸くする 9">
            <a:extLst>
              <a:ext uri="{FF2B5EF4-FFF2-40B4-BE49-F238E27FC236}">
                <a16:creationId xmlns:a16="http://schemas.microsoft.com/office/drawing/2014/main" id="{3F4F1EB9-89E6-48AB-8227-F273F12C23B0}"/>
              </a:ext>
            </a:extLst>
          </p:cNvPr>
          <p:cNvSpPr/>
          <p:nvPr/>
        </p:nvSpPr>
        <p:spPr>
          <a:xfrm>
            <a:off x="4079776" y="2761845"/>
            <a:ext cx="1740517" cy="796088"/>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2" name="四角形: 角を丸くする 11">
            <a:extLst>
              <a:ext uri="{FF2B5EF4-FFF2-40B4-BE49-F238E27FC236}">
                <a16:creationId xmlns:a16="http://schemas.microsoft.com/office/drawing/2014/main" id="{E15B2A43-2C7A-42EA-BCCA-A0FCB2706710}"/>
              </a:ext>
            </a:extLst>
          </p:cNvPr>
          <p:cNvSpPr/>
          <p:nvPr/>
        </p:nvSpPr>
        <p:spPr>
          <a:xfrm>
            <a:off x="5927487" y="2918817"/>
            <a:ext cx="1109725" cy="63911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 name="四角形: 角を丸くする 12">
            <a:extLst>
              <a:ext uri="{FF2B5EF4-FFF2-40B4-BE49-F238E27FC236}">
                <a16:creationId xmlns:a16="http://schemas.microsoft.com/office/drawing/2014/main" id="{F25FA318-60E3-4B04-B499-10952B066950}"/>
              </a:ext>
            </a:extLst>
          </p:cNvPr>
          <p:cNvSpPr/>
          <p:nvPr/>
        </p:nvSpPr>
        <p:spPr>
          <a:xfrm>
            <a:off x="7485999" y="3149161"/>
            <a:ext cx="537939" cy="56049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 name="四角形: 角を丸くする 13">
            <a:extLst>
              <a:ext uri="{FF2B5EF4-FFF2-40B4-BE49-F238E27FC236}">
                <a16:creationId xmlns:a16="http://schemas.microsoft.com/office/drawing/2014/main" id="{DFBD2B92-29E2-40E6-8851-31C86565626D}"/>
              </a:ext>
            </a:extLst>
          </p:cNvPr>
          <p:cNvSpPr/>
          <p:nvPr/>
        </p:nvSpPr>
        <p:spPr>
          <a:xfrm>
            <a:off x="8241722" y="2980559"/>
            <a:ext cx="1733399" cy="24579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5" name="四角形: 角を丸くする 14">
            <a:extLst>
              <a:ext uri="{FF2B5EF4-FFF2-40B4-BE49-F238E27FC236}">
                <a16:creationId xmlns:a16="http://schemas.microsoft.com/office/drawing/2014/main" id="{DFCD5CE0-AAF3-4EE6-B4C4-2AD80C7E9B71}"/>
              </a:ext>
            </a:extLst>
          </p:cNvPr>
          <p:cNvSpPr/>
          <p:nvPr/>
        </p:nvSpPr>
        <p:spPr>
          <a:xfrm>
            <a:off x="5418837" y="4999725"/>
            <a:ext cx="273876" cy="23498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6" name="四角形: 角を丸くする 15">
            <a:extLst>
              <a:ext uri="{FF2B5EF4-FFF2-40B4-BE49-F238E27FC236}">
                <a16:creationId xmlns:a16="http://schemas.microsoft.com/office/drawing/2014/main" id="{682E500D-CDF4-4A1D-BD62-053132610DC1}"/>
              </a:ext>
            </a:extLst>
          </p:cNvPr>
          <p:cNvSpPr/>
          <p:nvPr/>
        </p:nvSpPr>
        <p:spPr>
          <a:xfrm>
            <a:off x="6776621" y="4000933"/>
            <a:ext cx="709379" cy="32384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0" name="四角形: 角を丸くする 19">
            <a:extLst>
              <a:ext uri="{FF2B5EF4-FFF2-40B4-BE49-F238E27FC236}">
                <a16:creationId xmlns:a16="http://schemas.microsoft.com/office/drawing/2014/main" id="{8F14D938-089B-47AA-8A06-EC76C2C0C822}"/>
              </a:ext>
            </a:extLst>
          </p:cNvPr>
          <p:cNvSpPr/>
          <p:nvPr/>
        </p:nvSpPr>
        <p:spPr>
          <a:xfrm>
            <a:off x="8844884" y="4336183"/>
            <a:ext cx="635492" cy="19317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1" name="四角形: 角を丸くする 20">
            <a:extLst>
              <a:ext uri="{FF2B5EF4-FFF2-40B4-BE49-F238E27FC236}">
                <a16:creationId xmlns:a16="http://schemas.microsoft.com/office/drawing/2014/main" id="{F9E63A04-2F6A-4AFA-B163-DDB527E216E7}"/>
              </a:ext>
            </a:extLst>
          </p:cNvPr>
          <p:cNvSpPr/>
          <p:nvPr/>
        </p:nvSpPr>
        <p:spPr>
          <a:xfrm>
            <a:off x="2866658" y="4023041"/>
            <a:ext cx="341326" cy="323845"/>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2" name="四角形: 角を丸くする 21">
            <a:extLst>
              <a:ext uri="{FF2B5EF4-FFF2-40B4-BE49-F238E27FC236}">
                <a16:creationId xmlns:a16="http://schemas.microsoft.com/office/drawing/2014/main" id="{17CD1F23-744D-42A5-B9C0-589198D99DE2}"/>
              </a:ext>
            </a:extLst>
          </p:cNvPr>
          <p:cNvSpPr/>
          <p:nvPr/>
        </p:nvSpPr>
        <p:spPr>
          <a:xfrm>
            <a:off x="4020443" y="5230613"/>
            <a:ext cx="708233" cy="18046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3" name="四角形: 角を丸くする 22">
            <a:extLst>
              <a:ext uri="{FF2B5EF4-FFF2-40B4-BE49-F238E27FC236}">
                <a16:creationId xmlns:a16="http://schemas.microsoft.com/office/drawing/2014/main" id="{8A457D22-BE5A-4E05-9846-99EF098DE7AA}"/>
              </a:ext>
            </a:extLst>
          </p:cNvPr>
          <p:cNvSpPr/>
          <p:nvPr/>
        </p:nvSpPr>
        <p:spPr>
          <a:xfrm>
            <a:off x="2138376" y="5874631"/>
            <a:ext cx="453002" cy="14914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4" name="四角形: 角を丸くする 23">
            <a:extLst>
              <a:ext uri="{FF2B5EF4-FFF2-40B4-BE49-F238E27FC236}">
                <a16:creationId xmlns:a16="http://schemas.microsoft.com/office/drawing/2014/main" id="{304A3B13-969F-421E-8730-2C478E80DDC4}"/>
              </a:ext>
            </a:extLst>
          </p:cNvPr>
          <p:cNvSpPr/>
          <p:nvPr/>
        </p:nvSpPr>
        <p:spPr>
          <a:xfrm>
            <a:off x="2861138" y="5527609"/>
            <a:ext cx="2010726" cy="353795"/>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5" name="四角形: 角を丸くする 24">
            <a:extLst>
              <a:ext uri="{FF2B5EF4-FFF2-40B4-BE49-F238E27FC236}">
                <a16:creationId xmlns:a16="http://schemas.microsoft.com/office/drawing/2014/main" id="{0572BF5D-9605-42E9-A9C7-8684E9F804F3}"/>
              </a:ext>
            </a:extLst>
          </p:cNvPr>
          <p:cNvSpPr/>
          <p:nvPr/>
        </p:nvSpPr>
        <p:spPr>
          <a:xfrm>
            <a:off x="2245330" y="4027057"/>
            <a:ext cx="375459" cy="32384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6" name="四角形: 角を丸くする 25">
            <a:extLst>
              <a:ext uri="{FF2B5EF4-FFF2-40B4-BE49-F238E27FC236}">
                <a16:creationId xmlns:a16="http://schemas.microsoft.com/office/drawing/2014/main" id="{A4684EC1-D0C8-48A1-80F4-B429165349E1}"/>
              </a:ext>
            </a:extLst>
          </p:cNvPr>
          <p:cNvSpPr/>
          <p:nvPr/>
        </p:nvSpPr>
        <p:spPr>
          <a:xfrm>
            <a:off x="2591378" y="6108789"/>
            <a:ext cx="686566" cy="23681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7" name="四角形: 角を丸くする 26">
            <a:extLst>
              <a:ext uri="{FF2B5EF4-FFF2-40B4-BE49-F238E27FC236}">
                <a16:creationId xmlns:a16="http://schemas.microsoft.com/office/drawing/2014/main" id="{4A85254E-B688-466C-863C-2F5947AF4648}"/>
              </a:ext>
            </a:extLst>
          </p:cNvPr>
          <p:cNvSpPr/>
          <p:nvPr/>
        </p:nvSpPr>
        <p:spPr>
          <a:xfrm>
            <a:off x="3277944" y="4016339"/>
            <a:ext cx="986266" cy="39185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8" name="四角形: 角を丸くする 27">
            <a:extLst>
              <a:ext uri="{FF2B5EF4-FFF2-40B4-BE49-F238E27FC236}">
                <a16:creationId xmlns:a16="http://schemas.microsoft.com/office/drawing/2014/main" id="{84F5933B-AEC5-4B32-972C-1B82F5041FDA}"/>
              </a:ext>
            </a:extLst>
          </p:cNvPr>
          <p:cNvSpPr/>
          <p:nvPr/>
        </p:nvSpPr>
        <p:spPr>
          <a:xfrm>
            <a:off x="5775657" y="4061075"/>
            <a:ext cx="318579" cy="49113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9" name="四角形: 角を丸くする 28">
            <a:extLst>
              <a:ext uri="{FF2B5EF4-FFF2-40B4-BE49-F238E27FC236}">
                <a16:creationId xmlns:a16="http://schemas.microsoft.com/office/drawing/2014/main" id="{90301D4A-0ABA-4541-B70A-9A34D2646A38}"/>
              </a:ext>
            </a:extLst>
          </p:cNvPr>
          <p:cNvSpPr/>
          <p:nvPr/>
        </p:nvSpPr>
        <p:spPr>
          <a:xfrm>
            <a:off x="5864388" y="5514770"/>
            <a:ext cx="2103821" cy="41488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0" name="四角形: 角を丸くする 29">
            <a:extLst>
              <a:ext uri="{FF2B5EF4-FFF2-40B4-BE49-F238E27FC236}">
                <a16:creationId xmlns:a16="http://schemas.microsoft.com/office/drawing/2014/main" id="{C674F4EE-6E86-4FBB-83D9-CD6D6E26313F}"/>
              </a:ext>
            </a:extLst>
          </p:cNvPr>
          <p:cNvSpPr/>
          <p:nvPr/>
        </p:nvSpPr>
        <p:spPr>
          <a:xfrm>
            <a:off x="7439656" y="6144761"/>
            <a:ext cx="802065" cy="14914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1" name="テキスト ボックス 30">
            <a:extLst>
              <a:ext uri="{FF2B5EF4-FFF2-40B4-BE49-F238E27FC236}">
                <a16:creationId xmlns:a16="http://schemas.microsoft.com/office/drawing/2014/main" id="{A45EE426-E8D2-411E-8150-C06892AFC3E8}"/>
              </a:ext>
            </a:extLst>
          </p:cNvPr>
          <p:cNvSpPr txBox="1"/>
          <p:nvPr/>
        </p:nvSpPr>
        <p:spPr>
          <a:xfrm>
            <a:off x="7709991" y="5810607"/>
            <a:ext cx="1311334" cy="173124"/>
          </a:xfrm>
          <a:prstGeom prst="rect">
            <a:avLst/>
          </a:prstGeom>
          <a:noFill/>
        </p:spPr>
        <p:txBody>
          <a:bodyPr wrap="square" rtlCol="0">
            <a:spAutoFit/>
          </a:bodyPr>
          <a:lstStyle/>
          <a:p>
            <a:pPr>
              <a:defRPr/>
            </a:pPr>
            <a:r>
              <a:rPr lang="ja-JP" altLang="en-US" sz="525" dirty="0">
                <a:solidFill>
                  <a:prstClr val="black"/>
                </a:solidFill>
                <a:latin typeface="ＭＳ ゴシック" panose="020B0609070205080204" pitchFamily="49" charset="-128"/>
                <a:ea typeface="ＭＳ ゴシック" panose="020B0609070205080204" pitchFamily="49" charset="-128"/>
              </a:rPr>
              <a:t>ログを要求した端末及び</a:t>
            </a:r>
            <a:r>
              <a:rPr lang="en-US" altLang="ja-JP" sz="525" dirty="0">
                <a:solidFill>
                  <a:prstClr val="black"/>
                </a:solidFill>
                <a:latin typeface="ＭＳ ゴシック" panose="020B0609070205080204" pitchFamily="49" charset="-128"/>
                <a:ea typeface="ＭＳ ゴシック" panose="020B0609070205080204" pitchFamily="49" charset="-128"/>
              </a:rPr>
              <a:t>NW</a:t>
            </a:r>
            <a:r>
              <a:rPr lang="ja-JP" altLang="en-US" sz="525" dirty="0">
                <a:solidFill>
                  <a:prstClr val="black"/>
                </a:solidFill>
                <a:latin typeface="ＭＳ ゴシック" panose="020B0609070205080204" pitchFamily="49" charset="-128"/>
                <a:ea typeface="ＭＳ ゴシック" panose="020B0609070205080204" pitchFamily="49" charset="-128"/>
              </a:rPr>
              <a:t>機器</a:t>
            </a:r>
          </a:p>
        </p:txBody>
      </p:sp>
      <p:sp>
        <p:nvSpPr>
          <p:cNvPr id="32" name="テキスト ボックス 31">
            <a:extLst>
              <a:ext uri="{FF2B5EF4-FFF2-40B4-BE49-F238E27FC236}">
                <a16:creationId xmlns:a16="http://schemas.microsoft.com/office/drawing/2014/main" id="{32BB48B2-9162-4614-9EE5-4897194C1416}"/>
              </a:ext>
            </a:extLst>
          </p:cNvPr>
          <p:cNvSpPr txBox="1"/>
          <p:nvPr/>
        </p:nvSpPr>
        <p:spPr>
          <a:xfrm>
            <a:off x="7709991" y="5989440"/>
            <a:ext cx="1311334" cy="173124"/>
          </a:xfrm>
          <a:prstGeom prst="rect">
            <a:avLst/>
          </a:prstGeom>
          <a:noFill/>
        </p:spPr>
        <p:txBody>
          <a:bodyPr wrap="square" rtlCol="0">
            <a:spAutoFit/>
          </a:bodyPr>
          <a:lstStyle/>
          <a:p>
            <a:pPr>
              <a:defRPr/>
            </a:pPr>
            <a:r>
              <a:rPr lang="en-US" altLang="ja-JP" sz="525" dirty="0" err="1">
                <a:solidFill>
                  <a:prstClr val="black"/>
                </a:solidFill>
                <a:latin typeface="ＭＳ ゴシック" panose="020B0609070205080204" pitchFamily="49" charset="-128"/>
                <a:ea typeface="ＭＳ ゴシック" panose="020B0609070205080204" pitchFamily="49" charset="-128"/>
              </a:rPr>
              <a:t>WebSAM</a:t>
            </a:r>
            <a:r>
              <a:rPr lang="en-US" altLang="ja-JP" sz="525" dirty="0">
                <a:solidFill>
                  <a:prstClr val="black"/>
                </a:solidFill>
                <a:latin typeface="ＭＳ ゴシック" panose="020B0609070205080204" pitchFamily="49" charset="-128"/>
                <a:ea typeface="ＭＳ ゴシック" panose="020B0609070205080204" pitchFamily="49" charset="-128"/>
              </a:rPr>
              <a:t> Agent</a:t>
            </a:r>
            <a:endParaRPr lang="ja-JP" altLang="en-US" sz="525" dirty="0">
              <a:solidFill>
                <a:prstClr val="black"/>
              </a:solidFill>
              <a:latin typeface="ＭＳ ゴシック" panose="020B0609070205080204" pitchFamily="49" charset="-128"/>
              <a:ea typeface="ＭＳ ゴシック" panose="020B0609070205080204" pitchFamily="49" charset="-128"/>
            </a:endParaRPr>
          </a:p>
        </p:txBody>
      </p:sp>
      <p:sp>
        <p:nvSpPr>
          <p:cNvPr id="33" name="テキスト ボックス 32">
            <a:extLst>
              <a:ext uri="{FF2B5EF4-FFF2-40B4-BE49-F238E27FC236}">
                <a16:creationId xmlns:a16="http://schemas.microsoft.com/office/drawing/2014/main" id="{5AA06256-CB69-45F0-8620-E017378CBCF0}"/>
              </a:ext>
            </a:extLst>
          </p:cNvPr>
          <p:cNvSpPr txBox="1"/>
          <p:nvPr/>
        </p:nvSpPr>
        <p:spPr>
          <a:xfrm>
            <a:off x="3670496" y="3954512"/>
            <a:ext cx="126198" cy="68529"/>
          </a:xfrm>
          <a:prstGeom prst="rect">
            <a:avLst/>
          </a:prstGeom>
          <a:solidFill>
            <a:schemeClr val="accent2"/>
          </a:solidFill>
        </p:spPr>
        <p:txBody>
          <a:bodyPr wrap="none" rtlCol="0" anchor="ctr" anchorCtr="0">
            <a:noAutofit/>
          </a:bodyPr>
          <a:lstStyle/>
          <a:p>
            <a:pPr algn="ctr">
              <a:defRPr/>
            </a:pPr>
            <a:r>
              <a:rPr lang="en-US" altLang="ja-JP" sz="375" dirty="0">
                <a:solidFill>
                  <a:prstClr val="black"/>
                </a:solidFill>
                <a:latin typeface="ＭＳ ゴシック" panose="020B0609070205080204" pitchFamily="49" charset="-128"/>
                <a:ea typeface="ＭＳ ゴシック" panose="020B0609070205080204" pitchFamily="49" charset="-128"/>
              </a:rPr>
              <a:t>AD</a:t>
            </a:r>
            <a:endParaRPr lang="ja-JP" altLang="en-US" sz="375" dirty="0">
              <a:solidFill>
                <a:prstClr val="black"/>
              </a:solidFill>
              <a:latin typeface="ＭＳ ゴシック" panose="020B0609070205080204" pitchFamily="49" charset="-128"/>
              <a:ea typeface="ＭＳ ゴシック" panose="020B0609070205080204" pitchFamily="49" charset="-128"/>
            </a:endParaRPr>
          </a:p>
        </p:txBody>
      </p:sp>
      <p:sp>
        <p:nvSpPr>
          <p:cNvPr id="34" name="テキスト ボックス 33">
            <a:extLst>
              <a:ext uri="{FF2B5EF4-FFF2-40B4-BE49-F238E27FC236}">
                <a16:creationId xmlns:a16="http://schemas.microsoft.com/office/drawing/2014/main" id="{AA6D3A15-4D36-414F-8F05-7488030B4734}"/>
              </a:ext>
            </a:extLst>
          </p:cNvPr>
          <p:cNvSpPr txBox="1"/>
          <p:nvPr/>
        </p:nvSpPr>
        <p:spPr>
          <a:xfrm>
            <a:off x="2385093" y="4236595"/>
            <a:ext cx="126198" cy="68529"/>
          </a:xfrm>
          <a:prstGeom prst="rect">
            <a:avLst/>
          </a:prstGeom>
          <a:solidFill>
            <a:schemeClr val="accent2"/>
          </a:solidFill>
        </p:spPr>
        <p:txBody>
          <a:bodyPr wrap="none" rtlCol="0" anchor="ctr" anchorCtr="0">
            <a:noAutofit/>
          </a:bodyPr>
          <a:lstStyle/>
          <a:p>
            <a:pPr algn="ctr">
              <a:defRPr/>
            </a:pPr>
            <a:r>
              <a:rPr lang="en-US" altLang="ja-JP" sz="375" dirty="0">
                <a:solidFill>
                  <a:prstClr val="black"/>
                </a:solidFill>
                <a:latin typeface="ＭＳ ゴシック" panose="020B0609070205080204" pitchFamily="49" charset="-128"/>
                <a:ea typeface="ＭＳ ゴシック" panose="020B0609070205080204" pitchFamily="49" charset="-128"/>
              </a:rPr>
              <a:t>MAIL</a:t>
            </a:r>
            <a:endParaRPr lang="ja-JP" altLang="en-US" sz="375" dirty="0">
              <a:solidFill>
                <a:prstClr val="black"/>
              </a:solidFill>
              <a:latin typeface="ＭＳ ゴシック" panose="020B0609070205080204" pitchFamily="49" charset="-128"/>
              <a:ea typeface="ＭＳ ゴシック" panose="020B0609070205080204" pitchFamily="49" charset="-128"/>
            </a:endParaRPr>
          </a:p>
        </p:txBody>
      </p:sp>
      <p:sp>
        <p:nvSpPr>
          <p:cNvPr id="35" name="テキスト ボックス 34">
            <a:extLst>
              <a:ext uri="{FF2B5EF4-FFF2-40B4-BE49-F238E27FC236}">
                <a16:creationId xmlns:a16="http://schemas.microsoft.com/office/drawing/2014/main" id="{87CC8564-1A2C-48F2-9A26-A8E42F7AD485}"/>
              </a:ext>
            </a:extLst>
          </p:cNvPr>
          <p:cNvSpPr txBox="1"/>
          <p:nvPr/>
        </p:nvSpPr>
        <p:spPr>
          <a:xfrm>
            <a:off x="2625066" y="4406204"/>
            <a:ext cx="256442" cy="88226"/>
          </a:xfrm>
          <a:prstGeom prst="rect">
            <a:avLst/>
          </a:prstGeom>
          <a:solidFill>
            <a:schemeClr val="accent2"/>
          </a:solidFill>
        </p:spPr>
        <p:txBody>
          <a:bodyPr wrap="none" rtlCol="0" anchor="ctr" anchorCtr="0">
            <a:noAutofit/>
          </a:bodyPr>
          <a:lstStyle/>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サーバー操作用</a:t>
            </a:r>
            <a:endParaRPr lang="en-US" altLang="ja-JP" sz="225" dirty="0">
              <a:solidFill>
                <a:prstClr val="black"/>
              </a:solidFill>
              <a:latin typeface="ＭＳ ゴシック" panose="020B0609070205080204" pitchFamily="49" charset="-128"/>
              <a:ea typeface="ＭＳ ゴシック" panose="020B0609070205080204" pitchFamily="49" charset="-128"/>
            </a:endParaRPr>
          </a:p>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ソフトウェア</a:t>
            </a:r>
          </a:p>
        </p:txBody>
      </p:sp>
      <p:sp>
        <p:nvSpPr>
          <p:cNvPr id="36" name="テキスト ボックス 35">
            <a:extLst>
              <a:ext uri="{FF2B5EF4-FFF2-40B4-BE49-F238E27FC236}">
                <a16:creationId xmlns:a16="http://schemas.microsoft.com/office/drawing/2014/main" id="{CBA28CDA-CCDB-44A0-85ED-59399F3B5898}"/>
              </a:ext>
            </a:extLst>
          </p:cNvPr>
          <p:cNvSpPr txBox="1"/>
          <p:nvPr/>
        </p:nvSpPr>
        <p:spPr>
          <a:xfrm>
            <a:off x="5864387" y="4366533"/>
            <a:ext cx="126198" cy="68529"/>
          </a:xfrm>
          <a:prstGeom prst="rect">
            <a:avLst/>
          </a:prstGeom>
          <a:solidFill>
            <a:schemeClr val="accent2"/>
          </a:solidFill>
        </p:spPr>
        <p:txBody>
          <a:bodyPr wrap="none" rtlCol="0" anchor="ctr" anchorCtr="0">
            <a:noAutofit/>
          </a:bodyPr>
          <a:lstStyle/>
          <a:p>
            <a:pPr algn="ctr">
              <a:defRPr/>
            </a:pPr>
            <a:r>
              <a:rPr lang="en-US" altLang="ja-JP" sz="375" dirty="0">
                <a:solidFill>
                  <a:prstClr val="black"/>
                </a:solidFill>
                <a:latin typeface="ＭＳ ゴシック" panose="020B0609070205080204" pitchFamily="49" charset="-128"/>
                <a:ea typeface="ＭＳ ゴシック" panose="020B0609070205080204" pitchFamily="49" charset="-128"/>
              </a:rPr>
              <a:t>AD</a:t>
            </a:r>
            <a:endParaRPr lang="ja-JP" altLang="en-US" sz="375" dirty="0">
              <a:solidFill>
                <a:prstClr val="black"/>
              </a:solidFill>
              <a:latin typeface="ＭＳ ゴシック" panose="020B0609070205080204" pitchFamily="49" charset="-128"/>
              <a:ea typeface="ＭＳ ゴシック" panose="020B0609070205080204" pitchFamily="49" charset="-128"/>
            </a:endParaRPr>
          </a:p>
        </p:txBody>
      </p:sp>
      <p:sp>
        <p:nvSpPr>
          <p:cNvPr id="37" name="テキスト ボックス 36">
            <a:extLst>
              <a:ext uri="{FF2B5EF4-FFF2-40B4-BE49-F238E27FC236}">
                <a16:creationId xmlns:a16="http://schemas.microsoft.com/office/drawing/2014/main" id="{22EFB197-E9F2-4D5C-BC42-1743ED633DFC}"/>
              </a:ext>
            </a:extLst>
          </p:cNvPr>
          <p:cNvSpPr txBox="1"/>
          <p:nvPr/>
        </p:nvSpPr>
        <p:spPr>
          <a:xfrm>
            <a:off x="5864387" y="4436214"/>
            <a:ext cx="126198" cy="68529"/>
          </a:xfrm>
          <a:prstGeom prst="rect">
            <a:avLst/>
          </a:prstGeom>
          <a:solidFill>
            <a:schemeClr val="accent2"/>
          </a:solidFill>
        </p:spPr>
        <p:txBody>
          <a:bodyPr wrap="none" rtlCol="0" anchor="ctr" anchorCtr="0">
            <a:noAutofit/>
          </a:bodyPr>
          <a:lstStyle/>
          <a:p>
            <a:pPr algn="ctr">
              <a:defRPr/>
            </a:pPr>
            <a:r>
              <a:rPr lang="en-US" altLang="ja-JP" sz="375" dirty="0">
                <a:solidFill>
                  <a:prstClr val="black"/>
                </a:solidFill>
                <a:latin typeface="ＭＳ ゴシック" panose="020B0609070205080204" pitchFamily="49" charset="-128"/>
                <a:ea typeface="ＭＳ ゴシック" panose="020B0609070205080204" pitchFamily="49" charset="-128"/>
              </a:rPr>
              <a:t>WSUS</a:t>
            </a:r>
            <a:endParaRPr lang="ja-JP" altLang="en-US" sz="375" dirty="0">
              <a:solidFill>
                <a:prstClr val="black"/>
              </a:solidFill>
              <a:latin typeface="ＭＳ ゴシック" panose="020B0609070205080204" pitchFamily="49" charset="-128"/>
              <a:ea typeface="ＭＳ ゴシック" panose="020B0609070205080204" pitchFamily="49" charset="-128"/>
            </a:endParaRPr>
          </a:p>
        </p:txBody>
      </p:sp>
      <p:sp>
        <p:nvSpPr>
          <p:cNvPr id="38" name="テキスト ボックス 37">
            <a:extLst>
              <a:ext uri="{FF2B5EF4-FFF2-40B4-BE49-F238E27FC236}">
                <a16:creationId xmlns:a16="http://schemas.microsoft.com/office/drawing/2014/main" id="{197EB507-5C78-426C-B46F-2C0D8F9D0E06}"/>
              </a:ext>
            </a:extLst>
          </p:cNvPr>
          <p:cNvSpPr txBox="1"/>
          <p:nvPr/>
        </p:nvSpPr>
        <p:spPr>
          <a:xfrm>
            <a:off x="2886465" y="5908876"/>
            <a:ext cx="256442" cy="88226"/>
          </a:xfrm>
          <a:prstGeom prst="rect">
            <a:avLst/>
          </a:prstGeom>
          <a:solidFill>
            <a:schemeClr val="accent2"/>
          </a:solidFill>
        </p:spPr>
        <p:txBody>
          <a:bodyPr wrap="none" rtlCol="0" anchor="ctr" anchorCtr="0">
            <a:noAutofit/>
          </a:bodyPr>
          <a:lstStyle/>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サーバー操作用</a:t>
            </a:r>
            <a:endParaRPr lang="en-US" altLang="ja-JP" sz="225" dirty="0">
              <a:solidFill>
                <a:prstClr val="black"/>
              </a:solidFill>
              <a:latin typeface="ＭＳ ゴシック" panose="020B0609070205080204" pitchFamily="49" charset="-128"/>
              <a:ea typeface="ＭＳ ゴシック" panose="020B0609070205080204" pitchFamily="49" charset="-128"/>
            </a:endParaRPr>
          </a:p>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ソフトウェア</a:t>
            </a:r>
          </a:p>
        </p:txBody>
      </p:sp>
      <p:sp>
        <p:nvSpPr>
          <p:cNvPr id="39" name="テキスト ボックス 38">
            <a:extLst>
              <a:ext uri="{FF2B5EF4-FFF2-40B4-BE49-F238E27FC236}">
                <a16:creationId xmlns:a16="http://schemas.microsoft.com/office/drawing/2014/main" id="{9B2877C3-6462-4833-A210-22AA50CA2B37}"/>
              </a:ext>
            </a:extLst>
          </p:cNvPr>
          <p:cNvSpPr txBox="1"/>
          <p:nvPr/>
        </p:nvSpPr>
        <p:spPr>
          <a:xfrm>
            <a:off x="3125731" y="5903525"/>
            <a:ext cx="256442" cy="80207"/>
          </a:xfrm>
          <a:prstGeom prst="rect">
            <a:avLst/>
          </a:prstGeom>
          <a:solidFill>
            <a:schemeClr val="accent2"/>
          </a:solidFill>
        </p:spPr>
        <p:txBody>
          <a:bodyPr wrap="none" rtlCol="0" anchor="ctr" anchorCtr="0">
            <a:noAutofit/>
          </a:bodyPr>
          <a:lstStyle/>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サーバー操作用</a:t>
            </a:r>
            <a:endParaRPr lang="en-US" altLang="ja-JP" sz="225" dirty="0">
              <a:solidFill>
                <a:prstClr val="black"/>
              </a:solidFill>
              <a:latin typeface="ＭＳ ゴシック" panose="020B0609070205080204" pitchFamily="49" charset="-128"/>
              <a:ea typeface="ＭＳ ゴシック" panose="020B0609070205080204" pitchFamily="49" charset="-128"/>
            </a:endParaRPr>
          </a:p>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ソフトウェア</a:t>
            </a:r>
          </a:p>
        </p:txBody>
      </p:sp>
      <p:sp>
        <p:nvSpPr>
          <p:cNvPr id="40" name="テキスト ボックス 39">
            <a:extLst>
              <a:ext uri="{FF2B5EF4-FFF2-40B4-BE49-F238E27FC236}">
                <a16:creationId xmlns:a16="http://schemas.microsoft.com/office/drawing/2014/main" id="{FB29B6B4-F4CA-4030-B91F-2B361F8BE210}"/>
              </a:ext>
            </a:extLst>
          </p:cNvPr>
          <p:cNvSpPr txBox="1"/>
          <p:nvPr/>
        </p:nvSpPr>
        <p:spPr>
          <a:xfrm>
            <a:off x="5871959" y="5957000"/>
            <a:ext cx="256442" cy="80207"/>
          </a:xfrm>
          <a:prstGeom prst="rect">
            <a:avLst/>
          </a:prstGeom>
          <a:solidFill>
            <a:schemeClr val="accent2"/>
          </a:solidFill>
        </p:spPr>
        <p:txBody>
          <a:bodyPr wrap="none" rtlCol="0" anchor="ctr" anchorCtr="0">
            <a:noAutofit/>
          </a:bodyPr>
          <a:lstStyle/>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サーバー操作用</a:t>
            </a:r>
            <a:endParaRPr lang="en-US" altLang="ja-JP" sz="225" dirty="0">
              <a:solidFill>
                <a:prstClr val="black"/>
              </a:solidFill>
              <a:latin typeface="ＭＳ ゴシック" panose="020B0609070205080204" pitchFamily="49" charset="-128"/>
              <a:ea typeface="ＭＳ ゴシック" panose="020B0609070205080204" pitchFamily="49" charset="-128"/>
            </a:endParaRPr>
          </a:p>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ソフトウェア</a:t>
            </a:r>
          </a:p>
        </p:txBody>
      </p:sp>
      <p:sp>
        <p:nvSpPr>
          <p:cNvPr id="41" name="テキスト ボックス 40">
            <a:extLst>
              <a:ext uri="{FF2B5EF4-FFF2-40B4-BE49-F238E27FC236}">
                <a16:creationId xmlns:a16="http://schemas.microsoft.com/office/drawing/2014/main" id="{4134BECD-190D-47BD-8535-59BD33A154D1}"/>
              </a:ext>
            </a:extLst>
          </p:cNvPr>
          <p:cNvSpPr txBox="1"/>
          <p:nvPr/>
        </p:nvSpPr>
        <p:spPr>
          <a:xfrm>
            <a:off x="6191821" y="5983732"/>
            <a:ext cx="256442" cy="80207"/>
          </a:xfrm>
          <a:prstGeom prst="rect">
            <a:avLst/>
          </a:prstGeom>
          <a:solidFill>
            <a:schemeClr val="accent2"/>
          </a:solidFill>
        </p:spPr>
        <p:txBody>
          <a:bodyPr wrap="none" rtlCol="0" anchor="ctr" anchorCtr="0">
            <a:noAutofit/>
          </a:bodyPr>
          <a:lstStyle/>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サーバー操作用</a:t>
            </a:r>
            <a:endParaRPr lang="en-US" altLang="ja-JP" sz="225" dirty="0">
              <a:solidFill>
                <a:prstClr val="black"/>
              </a:solidFill>
              <a:latin typeface="ＭＳ ゴシック" panose="020B0609070205080204" pitchFamily="49" charset="-128"/>
              <a:ea typeface="ＭＳ ゴシック" panose="020B0609070205080204" pitchFamily="49" charset="-128"/>
            </a:endParaRPr>
          </a:p>
          <a:p>
            <a:pPr algn="ctr">
              <a:defRPr/>
            </a:pPr>
            <a:r>
              <a:rPr lang="ja-JP" altLang="en-US" sz="225" dirty="0">
                <a:solidFill>
                  <a:prstClr val="black"/>
                </a:solidFill>
                <a:latin typeface="ＭＳ ゴシック" panose="020B0609070205080204" pitchFamily="49" charset="-128"/>
                <a:ea typeface="ＭＳ ゴシック" panose="020B0609070205080204" pitchFamily="49" charset="-128"/>
              </a:rPr>
              <a:t>ソフトウェア</a:t>
            </a:r>
          </a:p>
        </p:txBody>
      </p:sp>
      <p:sp>
        <p:nvSpPr>
          <p:cNvPr id="42" name="テキスト ボックス 41">
            <a:extLst>
              <a:ext uri="{FF2B5EF4-FFF2-40B4-BE49-F238E27FC236}">
                <a16:creationId xmlns:a16="http://schemas.microsoft.com/office/drawing/2014/main" id="{7AD610F8-C4E5-4A39-B8F0-061611A92B00}"/>
              </a:ext>
            </a:extLst>
          </p:cNvPr>
          <p:cNvSpPr txBox="1"/>
          <p:nvPr/>
        </p:nvSpPr>
        <p:spPr>
          <a:xfrm>
            <a:off x="5215593" y="4716060"/>
            <a:ext cx="203244" cy="68529"/>
          </a:xfrm>
          <a:prstGeom prst="rect">
            <a:avLst/>
          </a:prstGeom>
          <a:solidFill>
            <a:schemeClr val="accent2"/>
          </a:solidFill>
        </p:spPr>
        <p:txBody>
          <a:bodyPr wrap="none" rtlCol="0" anchor="ctr" anchorCtr="0">
            <a:noAutofit/>
          </a:bodyPr>
          <a:lstStyle/>
          <a:p>
            <a:pPr algn="ctr">
              <a:defRPr/>
            </a:pPr>
            <a:r>
              <a:rPr lang="en-US" altLang="ja-JP" sz="375" dirty="0" err="1">
                <a:solidFill>
                  <a:prstClr val="black"/>
                </a:solidFill>
                <a:latin typeface="ＭＳ ゴシック" panose="020B0609070205080204" pitchFamily="49" charset="-128"/>
                <a:ea typeface="ＭＳ ゴシック" panose="020B0609070205080204" pitchFamily="49" charset="-128"/>
              </a:rPr>
              <a:t>WebSAM</a:t>
            </a:r>
            <a:endParaRPr lang="ja-JP" altLang="en-US" sz="375" dirty="0">
              <a:solidFill>
                <a:prstClr val="black"/>
              </a:solidFill>
              <a:latin typeface="ＭＳ ゴシック" panose="020B0609070205080204" pitchFamily="49" charset="-128"/>
              <a:ea typeface="ＭＳ ゴシック" panose="020B0609070205080204" pitchFamily="49" charset="-128"/>
            </a:endParaRPr>
          </a:p>
        </p:txBody>
      </p:sp>
      <p:sp>
        <p:nvSpPr>
          <p:cNvPr id="43" name="四角形: 角を丸くする 42">
            <a:extLst>
              <a:ext uri="{FF2B5EF4-FFF2-40B4-BE49-F238E27FC236}">
                <a16:creationId xmlns:a16="http://schemas.microsoft.com/office/drawing/2014/main" id="{08B1A7F9-55A1-4601-81BC-B52EDFAA4AC9}"/>
              </a:ext>
            </a:extLst>
          </p:cNvPr>
          <p:cNvSpPr/>
          <p:nvPr/>
        </p:nvSpPr>
        <p:spPr>
          <a:xfrm>
            <a:off x="5364614" y="3642646"/>
            <a:ext cx="859146" cy="22301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4" name="四角形: 角を丸くする 43">
            <a:extLst>
              <a:ext uri="{FF2B5EF4-FFF2-40B4-BE49-F238E27FC236}">
                <a16:creationId xmlns:a16="http://schemas.microsoft.com/office/drawing/2014/main" id="{42AD433C-2CF0-422A-BF41-58A04108D5A9}"/>
              </a:ext>
            </a:extLst>
          </p:cNvPr>
          <p:cNvSpPr/>
          <p:nvPr/>
        </p:nvSpPr>
        <p:spPr>
          <a:xfrm>
            <a:off x="5459776" y="5200279"/>
            <a:ext cx="708233" cy="18046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5" name="四角形: 角を丸くする 44">
            <a:extLst>
              <a:ext uri="{FF2B5EF4-FFF2-40B4-BE49-F238E27FC236}">
                <a16:creationId xmlns:a16="http://schemas.microsoft.com/office/drawing/2014/main" id="{11E02B11-FDE9-4E53-BBCE-9AC30F53070A}"/>
              </a:ext>
            </a:extLst>
          </p:cNvPr>
          <p:cNvSpPr/>
          <p:nvPr/>
        </p:nvSpPr>
        <p:spPr>
          <a:xfrm>
            <a:off x="4882163" y="4999725"/>
            <a:ext cx="421749" cy="25368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6" name="四角形: 角を丸くする 45">
            <a:extLst>
              <a:ext uri="{FF2B5EF4-FFF2-40B4-BE49-F238E27FC236}">
                <a16:creationId xmlns:a16="http://schemas.microsoft.com/office/drawing/2014/main" id="{36AC18E9-D48B-43F0-BE33-F2DDDDDDBCAE}"/>
              </a:ext>
            </a:extLst>
          </p:cNvPr>
          <p:cNvSpPr/>
          <p:nvPr/>
        </p:nvSpPr>
        <p:spPr>
          <a:xfrm>
            <a:off x="4444765" y="4666629"/>
            <a:ext cx="1247948" cy="2536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7" name="四角形: 角を丸くする 46">
            <a:extLst>
              <a:ext uri="{FF2B5EF4-FFF2-40B4-BE49-F238E27FC236}">
                <a16:creationId xmlns:a16="http://schemas.microsoft.com/office/drawing/2014/main" id="{DBD71331-0583-4B33-BE56-BBF597DBA83F}"/>
              </a:ext>
            </a:extLst>
          </p:cNvPr>
          <p:cNvSpPr/>
          <p:nvPr/>
        </p:nvSpPr>
        <p:spPr>
          <a:xfrm>
            <a:off x="4591737" y="4356327"/>
            <a:ext cx="273876" cy="23498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8" name="四角形: 角を丸くする 47">
            <a:extLst>
              <a:ext uri="{FF2B5EF4-FFF2-40B4-BE49-F238E27FC236}">
                <a16:creationId xmlns:a16="http://schemas.microsoft.com/office/drawing/2014/main" id="{C48DA948-1AE7-44EA-9CA1-393936E4FA04}"/>
              </a:ext>
            </a:extLst>
          </p:cNvPr>
          <p:cNvSpPr/>
          <p:nvPr/>
        </p:nvSpPr>
        <p:spPr>
          <a:xfrm>
            <a:off x="5303911" y="4380923"/>
            <a:ext cx="273876" cy="23498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9" name="四角形: 角を丸くする 48">
            <a:extLst>
              <a:ext uri="{FF2B5EF4-FFF2-40B4-BE49-F238E27FC236}">
                <a16:creationId xmlns:a16="http://schemas.microsoft.com/office/drawing/2014/main" id="{8A61ACF5-6D0D-43E0-9609-0E5BEE8740BC}"/>
              </a:ext>
            </a:extLst>
          </p:cNvPr>
          <p:cNvSpPr/>
          <p:nvPr/>
        </p:nvSpPr>
        <p:spPr>
          <a:xfrm>
            <a:off x="7599464" y="3703351"/>
            <a:ext cx="273876" cy="234986"/>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3" name="テキスト ボックス 52">
            <a:extLst>
              <a:ext uri="{FF2B5EF4-FFF2-40B4-BE49-F238E27FC236}">
                <a16:creationId xmlns:a16="http://schemas.microsoft.com/office/drawing/2014/main" id="{77096149-A431-4D3A-A240-AF0DDC7A00F1}"/>
              </a:ext>
            </a:extLst>
          </p:cNvPr>
          <p:cNvSpPr txBox="1"/>
          <p:nvPr/>
        </p:nvSpPr>
        <p:spPr>
          <a:xfrm>
            <a:off x="9276774" y="1718176"/>
            <a:ext cx="914072" cy="253916"/>
          </a:xfrm>
          <a:prstGeom prst="rect">
            <a:avLst/>
          </a:prstGeom>
          <a:noFill/>
        </p:spPr>
        <p:txBody>
          <a:bodyPr wrap="square" rtlCol="0">
            <a:spAutoFit/>
          </a:bodyPr>
          <a:lstStyle/>
          <a:p>
            <a:pPr algn="ctr">
              <a:defRPr/>
            </a:pPr>
            <a:r>
              <a:rPr lang="ja-JP" altLang="en-US" sz="1050" dirty="0">
                <a:solidFill>
                  <a:prstClr val="black"/>
                </a:solidFill>
                <a:highlight>
                  <a:srgbClr val="FFFFFF"/>
                </a:highlight>
                <a:latin typeface="ＭＳ ゴシック" panose="020B0609070205080204" pitchFamily="49" charset="-128"/>
                <a:ea typeface="ＭＳ ゴシック" panose="020B0609070205080204" pitchFamily="49" charset="-128"/>
              </a:rPr>
              <a:t>府　中</a:t>
            </a:r>
          </a:p>
        </p:txBody>
      </p:sp>
      <p:sp>
        <p:nvSpPr>
          <p:cNvPr id="55" name="正方形/長方形 54">
            <a:extLst>
              <a:ext uri="{FF2B5EF4-FFF2-40B4-BE49-F238E27FC236}">
                <a16:creationId xmlns:a16="http://schemas.microsoft.com/office/drawing/2014/main" id="{72D864C5-729D-4928-BF34-75D7273A9BD3}"/>
              </a:ext>
            </a:extLst>
          </p:cNvPr>
          <p:cNvSpPr/>
          <p:nvPr/>
        </p:nvSpPr>
        <p:spPr>
          <a:xfrm>
            <a:off x="2511291" y="704684"/>
            <a:ext cx="8122880" cy="776367"/>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　ログ等の情報提供を受けログを</a:t>
            </a:r>
            <a:r>
              <a:rPr lang="en-US" altLang="ja-JP" sz="1600" b="1" dirty="0">
                <a:solidFill>
                  <a:schemeClr val="tx1"/>
                </a:solidFill>
                <a:latin typeface="ＭＳ ゴシック" panose="020B0609070205080204" pitchFamily="49" charset="-128"/>
                <a:ea typeface="ＭＳ ゴシック" panose="020B0609070205080204" pitchFamily="49" charset="-128"/>
              </a:rPr>
              <a:t>Splunk</a:t>
            </a:r>
            <a:r>
              <a:rPr lang="ja-JP" altLang="en-US" sz="1600" b="1" dirty="0">
                <a:solidFill>
                  <a:schemeClr val="tx1"/>
                </a:solidFill>
                <a:latin typeface="ＭＳ ゴシック" panose="020B0609070205080204" pitchFamily="49" charset="-128"/>
                <a:ea typeface="ＭＳ ゴシック" panose="020B0609070205080204" pitchFamily="49" charset="-128"/>
              </a:rPr>
              <a:t>に取り込み解析・分析を実施した。</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56" name="正方形/長方形 55">
            <a:extLst>
              <a:ext uri="{FF2B5EF4-FFF2-40B4-BE49-F238E27FC236}">
                <a16:creationId xmlns:a16="http://schemas.microsoft.com/office/drawing/2014/main" id="{A431AAB6-50E2-4301-AF27-78729AECB0AB}"/>
              </a:ext>
            </a:extLst>
          </p:cNvPr>
          <p:cNvSpPr/>
          <p:nvPr/>
        </p:nvSpPr>
        <p:spPr>
          <a:xfrm>
            <a:off x="1741692" y="694110"/>
            <a:ext cx="769599" cy="77636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grpSp>
        <p:nvGrpSpPr>
          <p:cNvPr id="50" name="グループ化 49">
            <a:extLst>
              <a:ext uri="{FF2B5EF4-FFF2-40B4-BE49-F238E27FC236}">
                <a16:creationId xmlns:a16="http://schemas.microsoft.com/office/drawing/2014/main" id="{335D0CCE-340B-4739-80CA-8F9DF790D0B4}"/>
              </a:ext>
            </a:extLst>
          </p:cNvPr>
          <p:cNvGrpSpPr/>
          <p:nvPr/>
        </p:nvGrpSpPr>
        <p:grpSpPr>
          <a:xfrm>
            <a:off x="11027055" y="73984"/>
            <a:ext cx="984945" cy="547330"/>
            <a:chOff x="10762108" y="88735"/>
            <a:chExt cx="1183082" cy="729773"/>
          </a:xfrm>
        </p:grpSpPr>
        <p:sp>
          <p:nvSpPr>
            <p:cNvPr id="51" name="正方形/長方形 50">
              <a:extLst>
                <a:ext uri="{FF2B5EF4-FFF2-40B4-BE49-F238E27FC236}">
                  <a16:creationId xmlns:a16="http://schemas.microsoft.com/office/drawing/2014/main" id="{A3B1D378-E850-4973-8BED-CDE786A4F528}"/>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52" name="正方形/長方形 51">
              <a:extLst>
                <a:ext uri="{FF2B5EF4-FFF2-40B4-BE49-F238E27FC236}">
                  <a16:creationId xmlns:a16="http://schemas.microsoft.com/office/drawing/2014/main" id="{0F35DA3B-3A50-497A-8B4A-CB1F98783506}"/>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Tree>
    <p:extLst>
      <p:ext uri="{BB962C8B-B14F-4D97-AF65-F5344CB8AC3E}">
        <p14:creationId xmlns:p14="http://schemas.microsoft.com/office/powerpoint/2010/main" val="549351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6"/>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春日での調査要領（１／３）</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・府中のジャーナルデータを使用した調査（</a:t>
            </a:r>
            <a:r>
              <a:rPr lang="en-US" altLang="ja-JP" sz="1600" b="1" dirty="0" err="1">
                <a:solidFill>
                  <a:schemeClr val="tx1"/>
                </a:solidFill>
                <a:latin typeface="ＭＳ ゴシック" panose="020B0609070205080204" pitchFamily="49" charset="-128"/>
                <a:ea typeface="ＭＳ ゴシック" panose="020B0609070205080204" pitchFamily="49" charset="-128"/>
              </a:rPr>
              <a:t>sysymon</a:t>
            </a:r>
            <a:r>
              <a:rPr lang="ja-JP" altLang="en-US" sz="1600" b="1" dirty="0">
                <a:solidFill>
                  <a:schemeClr val="tx1"/>
                </a:solidFill>
                <a:latin typeface="ＭＳ ゴシック" panose="020B0609070205080204" pitchFamily="49" charset="-128"/>
                <a:ea typeface="ＭＳ ゴシック" panose="020B0609070205080204" pitchFamily="49" charset="-128"/>
              </a:rPr>
              <a:t>等を使用した解析）</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・ミラーポートを接続したトラフィック調査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・ログ等の情報提供を受けログの解析・分析</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全 般</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129" name="四角形: 角を丸くする 128">
            <a:extLst>
              <a:ext uri="{FF2B5EF4-FFF2-40B4-BE49-F238E27FC236}">
                <a16:creationId xmlns:a16="http://schemas.microsoft.com/office/drawing/2014/main" id="{7DA200EE-41E0-421C-960F-1C14ABFC6551}"/>
              </a:ext>
            </a:extLst>
          </p:cNvPr>
          <p:cNvSpPr/>
          <p:nvPr/>
        </p:nvSpPr>
        <p:spPr>
          <a:xfrm>
            <a:off x="3554083" y="2716131"/>
            <a:ext cx="845388"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2" name="四角形: 角を丸くする 131">
            <a:extLst>
              <a:ext uri="{FF2B5EF4-FFF2-40B4-BE49-F238E27FC236}">
                <a16:creationId xmlns:a16="http://schemas.microsoft.com/office/drawing/2014/main" id="{B498B165-BCAE-4D3F-9A00-8E3D0625DCF3}"/>
              </a:ext>
            </a:extLst>
          </p:cNvPr>
          <p:cNvSpPr/>
          <p:nvPr/>
        </p:nvSpPr>
        <p:spPr>
          <a:xfrm>
            <a:off x="3020683" y="2976113"/>
            <a:ext cx="326366"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3" name="四角形: 角を丸くする 132">
            <a:extLst>
              <a:ext uri="{FF2B5EF4-FFF2-40B4-BE49-F238E27FC236}">
                <a16:creationId xmlns:a16="http://schemas.microsoft.com/office/drawing/2014/main" id="{EF17D766-86DE-4452-A118-A034A57381B7}"/>
              </a:ext>
            </a:extLst>
          </p:cNvPr>
          <p:cNvSpPr/>
          <p:nvPr/>
        </p:nvSpPr>
        <p:spPr>
          <a:xfrm>
            <a:off x="5316061" y="2586139"/>
            <a:ext cx="946715" cy="578813"/>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4" name="四角形: 角を丸くする 133">
            <a:extLst>
              <a:ext uri="{FF2B5EF4-FFF2-40B4-BE49-F238E27FC236}">
                <a16:creationId xmlns:a16="http://schemas.microsoft.com/office/drawing/2014/main" id="{B7AD372C-B11E-4F2D-B99C-9BE934E25340}"/>
              </a:ext>
            </a:extLst>
          </p:cNvPr>
          <p:cNvSpPr/>
          <p:nvPr/>
        </p:nvSpPr>
        <p:spPr>
          <a:xfrm>
            <a:off x="8568906" y="2651133"/>
            <a:ext cx="685269" cy="513819"/>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5" name="四角形: 角を丸くする 134">
            <a:extLst>
              <a:ext uri="{FF2B5EF4-FFF2-40B4-BE49-F238E27FC236}">
                <a16:creationId xmlns:a16="http://schemas.microsoft.com/office/drawing/2014/main" id="{2C51C59B-D9BC-4208-86DF-62F1FA690795}"/>
              </a:ext>
            </a:extLst>
          </p:cNvPr>
          <p:cNvSpPr/>
          <p:nvPr/>
        </p:nvSpPr>
        <p:spPr>
          <a:xfrm>
            <a:off x="6333977" y="2846122"/>
            <a:ext cx="1477309"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6" name="四角形: 角を丸くする 135">
            <a:extLst>
              <a:ext uri="{FF2B5EF4-FFF2-40B4-BE49-F238E27FC236}">
                <a16:creationId xmlns:a16="http://schemas.microsoft.com/office/drawing/2014/main" id="{EDEF2111-5785-43F8-8365-80E636C03CAC}"/>
              </a:ext>
            </a:extLst>
          </p:cNvPr>
          <p:cNvSpPr/>
          <p:nvPr/>
        </p:nvSpPr>
        <p:spPr>
          <a:xfrm>
            <a:off x="7867973" y="2454214"/>
            <a:ext cx="542782" cy="710738"/>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7" name="四角形: 角を丸くする 136">
            <a:extLst>
              <a:ext uri="{FF2B5EF4-FFF2-40B4-BE49-F238E27FC236}">
                <a16:creationId xmlns:a16="http://schemas.microsoft.com/office/drawing/2014/main" id="{0A0D1B2E-AAE0-42CA-A5CD-4074AB14B063}"/>
              </a:ext>
            </a:extLst>
          </p:cNvPr>
          <p:cNvSpPr/>
          <p:nvPr/>
        </p:nvSpPr>
        <p:spPr>
          <a:xfrm>
            <a:off x="5172248" y="5339751"/>
            <a:ext cx="1642620" cy="340891"/>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8" name="四角形: 角を丸くする 137">
            <a:extLst>
              <a:ext uri="{FF2B5EF4-FFF2-40B4-BE49-F238E27FC236}">
                <a16:creationId xmlns:a16="http://schemas.microsoft.com/office/drawing/2014/main" id="{BB4F1FDB-8059-4464-8866-9274A7F09005}"/>
              </a:ext>
            </a:extLst>
          </p:cNvPr>
          <p:cNvSpPr/>
          <p:nvPr/>
        </p:nvSpPr>
        <p:spPr>
          <a:xfrm>
            <a:off x="7022584" y="5339751"/>
            <a:ext cx="1905755" cy="34089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39" name="四角形: 角を丸くする 138">
            <a:extLst>
              <a:ext uri="{FF2B5EF4-FFF2-40B4-BE49-F238E27FC236}">
                <a16:creationId xmlns:a16="http://schemas.microsoft.com/office/drawing/2014/main" id="{E6E499B6-24F2-48AB-A7AD-0D874E410783}"/>
              </a:ext>
            </a:extLst>
          </p:cNvPr>
          <p:cNvSpPr/>
          <p:nvPr/>
        </p:nvSpPr>
        <p:spPr>
          <a:xfrm>
            <a:off x="6227242" y="5747569"/>
            <a:ext cx="1584043" cy="34089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0" name="四角形: 角を丸くする 139">
            <a:extLst>
              <a:ext uri="{FF2B5EF4-FFF2-40B4-BE49-F238E27FC236}">
                <a16:creationId xmlns:a16="http://schemas.microsoft.com/office/drawing/2014/main" id="{35A491E6-D565-4A5F-8B4D-562D76C24AB3}"/>
              </a:ext>
            </a:extLst>
          </p:cNvPr>
          <p:cNvSpPr/>
          <p:nvPr/>
        </p:nvSpPr>
        <p:spPr>
          <a:xfrm>
            <a:off x="5969479" y="3236094"/>
            <a:ext cx="2191109"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1" name="四角形: 角を丸くする 140">
            <a:extLst>
              <a:ext uri="{FF2B5EF4-FFF2-40B4-BE49-F238E27FC236}">
                <a16:creationId xmlns:a16="http://schemas.microsoft.com/office/drawing/2014/main" id="{0C866F5F-9F8F-419E-B620-5AEF867CF8FB}"/>
              </a:ext>
            </a:extLst>
          </p:cNvPr>
          <p:cNvSpPr/>
          <p:nvPr/>
        </p:nvSpPr>
        <p:spPr>
          <a:xfrm>
            <a:off x="4944030" y="3493648"/>
            <a:ext cx="1642620" cy="75297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2" name="四角形: 角を丸くする 141">
            <a:extLst>
              <a:ext uri="{FF2B5EF4-FFF2-40B4-BE49-F238E27FC236}">
                <a16:creationId xmlns:a16="http://schemas.microsoft.com/office/drawing/2014/main" id="{D6F9F40F-D0CE-4ADD-8490-EF5CE00D7687}"/>
              </a:ext>
            </a:extLst>
          </p:cNvPr>
          <p:cNvSpPr/>
          <p:nvPr/>
        </p:nvSpPr>
        <p:spPr>
          <a:xfrm>
            <a:off x="8626946" y="3722800"/>
            <a:ext cx="370935"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3" name="四角形: 角を丸くする 142">
            <a:extLst>
              <a:ext uri="{FF2B5EF4-FFF2-40B4-BE49-F238E27FC236}">
                <a16:creationId xmlns:a16="http://schemas.microsoft.com/office/drawing/2014/main" id="{599CE326-8300-4E37-B861-59A2713536B3}"/>
              </a:ext>
            </a:extLst>
          </p:cNvPr>
          <p:cNvSpPr/>
          <p:nvPr/>
        </p:nvSpPr>
        <p:spPr>
          <a:xfrm>
            <a:off x="7723518" y="3750855"/>
            <a:ext cx="290422"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4" name="四角形: 角を丸くする 143">
            <a:extLst>
              <a:ext uri="{FF2B5EF4-FFF2-40B4-BE49-F238E27FC236}">
                <a16:creationId xmlns:a16="http://schemas.microsoft.com/office/drawing/2014/main" id="{D6BDE4D9-50EC-41D6-A2B6-56D4B3DCBFF4}"/>
              </a:ext>
            </a:extLst>
          </p:cNvPr>
          <p:cNvSpPr/>
          <p:nvPr/>
        </p:nvSpPr>
        <p:spPr>
          <a:xfrm>
            <a:off x="6512943" y="4018001"/>
            <a:ext cx="1069676" cy="960028"/>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5" name="四角形: 角を丸くする 144">
            <a:extLst>
              <a:ext uri="{FF2B5EF4-FFF2-40B4-BE49-F238E27FC236}">
                <a16:creationId xmlns:a16="http://schemas.microsoft.com/office/drawing/2014/main" id="{D3C4117C-3DBE-4C8D-8BF7-63FBF83A63FC}"/>
              </a:ext>
            </a:extLst>
          </p:cNvPr>
          <p:cNvSpPr/>
          <p:nvPr/>
        </p:nvSpPr>
        <p:spPr>
          <a:xfrm>
            <a:off x="6095999" y="4965243"/>
            <a:ext cx="1771973"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6" name="四角形: 角を丸くする 145">
            <a:extLst>
              <a:ext uri="{FF2B5EF4-FFF2-40B4-BE49-F238E27FC236}">
                <a16:creationId xmlns:a16="http://schemas.microsoft.com/office/drawing/2014/main" id="{8C3C782A-54EF-44E3-8726-FBB07761A03C}"/>
              </a:ext>
            </a:extLst>
          </p:cNvPr>
          <p:cNvSpPr/>
          <p:nvPr/>
        </p:nvSpPr>
        <p:spPr>
          <a:xfrm>
            <a:off x="4845882" y="5958468"/>
            <a:ext cx="326366"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7" name="四角形: 角を丸くする 146">
            <a:extLst>
              <a:ext uri="{FF2B5EF4-FFF2-40B4-BE49-F238E27FC236}">
                <a16:creationId xmlns:a16="http://schemas.microsoft.com/office/drawing/2014/main" id="{980797A2-6AFB-4103-BB77-8B6E3E0A32C6}"/>
              </a:ext>
            </a:extLst>
          </p:cNvPr>
          <p:cNvSpPr/>
          <p:nvPr/>
        </p:nvSpPr>
        <p:spPr>
          <a:xfrm>
            <a:off x="8834698" y="5933183"/>
            <a:ext cx="326366" cy="25998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E521B533-0FB6-4F2E-B736-715BEFCAC8E9}"/>
              </a:ext>
            </a:extLst>
          </p:cNvPr>
          <p:cNvSpPr txBox="1"/>
          <p:nvPr/>
        </p:nvSpPr>
        <p:spPr>
          <a:xfrm>
            <a:off x="9545122" y="4849644"/>
            <a:ext cx="2518638" cy="1169551"/>
          </a:xfrm>
          <a:prstGeom prst="rect">
            <a:avLst/>
          </a:prstGeom>
          <a:solidFill>
            <a:srgbClr val="CCFFFF"/>
          </a:solidFill>
          <a:ln>
            <a:solidFill>
              <a:schemeClr val="tx1"/>
            </a:solidFill>
          </a:ln>
        </p:spPr>
        <p:txBody>
          <a:bodyPr wrap="none" rtlCol="0">
            <a:spAutoFit/>
          </a:bodyPr>
          <a:lstStyle/>
          <a:p>
            <a:r>
              <a:rPr kumimoji="1" lang="ja-JP" altLang="en-US" sz="1400" dirty="0">
                <a:latin typeface="+mj-ea"/>
                <a:ea typeface="+mj-ea"/>
              </a:rPr>
              <a:t>凡例</a:t>
            </a:r>
            <a:endParaRPr kumimoji="1" lang="en-US" altLang="ja-JP" sz="1400" dirty="0">
              <a:latin typeface="+mj-ea"/>
              <a:ea typeface="+mj-ea"/>
            </a:endParaRPr>
          </a:p>
          <a:p>
            <a:r>
              <a:rPr lang="ja-JP" altLang="en-US" sz="1400" dirty="0">
                <a:latin typeface="+mj-ea"/>
                <a:ea typeface="+mj-ea"/>
              </a:rPr>
              <a:t>　　ログの提供による解析</a:t>
            </a:r>
            <a:endParaRPr lang="en-US" altLang="ja-JP" sz="1400" dirty="0">
              <a:latin typeface="+mj-ea"/>
              <a:ea typeface="+mj-ea"/>
            </a:endParaRPr>
          </a:p>
          <a:p>
            <a:endParaRPr lang="en-US" altLang="ja-JP" sz="1400" dirty="0">
              <a:latin typeface="+mj-ea"/>
              <a:ea typeface="+mj-ea"/>
            </a:endParaRPr>
          </a:p>
          <a:p>
            <a:r>
              <a:rPr kumimoji="1" lang="ja-JP" altLang="en-US" sz="1400" dirty="0">
                <a:latin typeface="+mj-ea"/>
                <a:ea typeface="+mj-ea"/>
              </a:rPr>
              <a:t>　　ミラーポートによる調査</a:t>
            </a:r>
            <a:endParaRPr kumimoji="1" lang="en-US" altLang="ja-JP" sz="1400" dirty="0">
              <a:latin typeface="+mj-ea"/>
              <a:ea typeface="+mj-ea"/>
            </a:endParaRPr>
          </a:p>
          <a:p>
            <a:r>
              <a:rPr kumimoji="1" lang="ja-JP" altLang="en-US" sz="1400" dirty="0">
                <a:latin typeface="+mj-ea"/>
                <a:ea typeface="+mj-ea"/>
              </a:rPr>
              <a:t>　　</a:t>
            </a:r>
          </a:p>
        </p:txBody>
      </p:sp>
      <p:sp>
        <p:nvSpPr>
          <p:cNvPr id="148" name="四角形: 角を丸くする 147">
            <a:extLst>
              <a:ext uri="{FF2B5EF4-FFF2-40B4-BE49-F238E27FC236}">
                <a16:creationId xmlns:a16="http://schemas.microsoft.com/office/drawing/2014/main" id="{2D189846-6007-4205-821E-B2BE6951B3A6}"/>
              </a:ext>
            </a:extLst>
          </p:cNvPr>
          <p:cNvSpPr/>
          <p:nvPr/>
        </p:nvSpPr>
        <p:spPr>
          <a:xfrm>
            <a:off x="9705399" y="5135151"/>
            <a:ext cx="206340" cy="21590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49" name="四角形: 角を丸くする 148">
            <a:extLst>
              <a:ext uri="{FF2B5EF4-FFF2-40B4-BE49-F238E27FC236}">
                <a16:creationId xmlns:a16="http://schemas.microsoft.com/office/drawing/2014/main" id="{B853478E-A186-4604-92E2-62715D865C1B}"/>
              </a:ext>
            </a:extLst>
          </p:cNvPr>
          <p:cNvSpPr/>
          <p:nvPr/>
        </p:nvSpPr>
        <p:spPr>
          <a:xfrm>
            <a:off x="6188766" y="5005160"/>
            <a:ext cx="626102" cy="215904"/>
          </a:xfrm>
          <a:prstGeom prst="round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50" name="四角形: 角を丸くする 149">
            <a:extLst>
              <a:ext uri="{FF2B5EF4-FFF2-40B4-BE49-F238E27FC236}">
                <a16:creationId xmlns:a16="http://schemas.microsoft.com/office/drawing/2014/main" id="{C30F178D-7958-4C7C-8F95-8368BC2E2194}"/>
              </a:ext>
            </a:extLst>
          </p:cNvPr>
          <p:cNvSpPr/>
          <p:nvPr/>
        </p:nvSpPr>
        <p:spPr>
          <a:xfrm>
            <a:off x="7228924" y="4993675"/>
            <a:ext cx="626102" cy="215904"/>
          </a:xfrm>
          <a:prstGeom prst="round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151" name="四角形: 角を丸くする 150">
            <a:extLst>
              <a:ext uri="{FF2B5EF4-FFF2-40B4-BE49-F238E27FC236}">
                <a16:creationId xmlns:a16="http://schemas.microsoft.com/office/drawing/2014/main" id="{E89F75C3-7C5C-49FB-A91A-6C7243AF2CE5}"/>
              </a:ext>
            </a:extLst>
          </p:cNvPr>
          <p:cNvSpPr/>
          <p:nvPr/>
        </p:nvSpPr>
        <p:spPr>
          <a:xfrm>
            <a:off x="9709616" y="5564528"/>
            <a:ext cx="199849" cy="202521"/>
          </a:xfrm>
          <a:prstGeom prst="roundRect">
            <a:avLst/>
          </a:prstGeom>
          <a:noFill/>
          <a:ln w="254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875232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341464" y="1605184"/>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6288402" y="1605183"/>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春日での調査要領（２／３）</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a:t>
            </a:r>
            <a:r>
              <a:rPr lang="en-US" altLang="ja-JP" sz="1600" b="1" dirty="0" err="1">
                <a:solidFill>
                  <a:schemeClr val="tx1"/>
                </a:solidFill>
                <a:latin typeface="ＭＳ ゴシック" panose="020B0609070205080204" pitchFamily="49" charset="-128"/>
                <a:ea typeface="ＭＳ ゴシック" panose="020B0609070205080204" pitchFamily="49" charset="-128"/>
              </a:rPr>
              <a:t>sysymon</a:t>
            </a:r>
            <a:r>
              <a:rPr lang="ja-JP" altLang="en-US" sz="1600" b="1" dirty="0">
                <a:solidFill>
                  <a:schemeClr val="tx1"/>
                </a:solidFill>
                <a:latin typeface="ＭＳ ゴシック" panose="020B0609070205080204" pitchFamily="49" charset="-128"/>
                <a:ea typeface="ＭＳ ゴシック" panose="020B0609070205080204" pitchFamily="49" charset="-128"/>
              </a:rPr>
              <a:t>等がインストールされる端末</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・代替運用等サーバーでの仮想サーバーの一覧</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53" name="四角形: 角を丸くする 52">
            <a:extLst>
              <a:ext uri="{FF2B5EF4-FFF2-40B4-BE49-F238E27FC236}">
                <a16:creationId xmlns:a16="http://schemas.microsoft.com/office/drawing/2014/main" id="{7EDFB052-1832-4E9C-B4F5-EF9DED670A0C}"/>
              </a:ext>
            </a:extLst>
          </p:cNvPr>
          <p:cNvSpPr/>
          <p:nvPr/>
        </p:nvSpPr>
        <p:spPr>
          <a:xfrm>
            <a:off x="4103629" y="5827473"/>
            <a:ext cx="206340" cy="21590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4" name="四角形: 角を丸くする 53">
            <a:extLst>
              <a:ext uri="{FF2B5EF4-FFF2-40B4-BE49-F238E27FC236}">
                <a16:creationId xmlns:a16="http://schemas.microsoft.com/office/drawing/2014/main" id="{E8A840C4-AAF1-4116-990C-DA0F5D23B546}"/>
              </a:ext>
            </a:extLst>
          </p:cNvPr>
          <p:cNvSpPr/>
          <p:nvPr/>
        </p:nvSpPr>
        <p:spPr>
          <a:xfrm>
            <a:off x="4719983" y="5825974"/>
            <a:ext cx="206340" cy="21590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5" name="四角形: 角を丸くする 54">
            <a:extLst>
              <a:ext uri="{FF2B5EF4-FFF2-40B4-BE49-F238E27FC236}">
                <a16:creationId xmlns:a16="http://schemas.microsoft.com/office/drawing/2014/main" id="{6EFBFCB7-7E55-4D9A-9008-BDEC7C3D3B87}"/>
              </a:ext>
            </a:extLst>
          </p:cNvPr>
          <p:cNvSpPr/>
          <p:nvPr/>
        </p:nvSpPr>
        <p:spPr>
          <a:xfrm>
            <a:off x="3390453" y="3720296"/>
            <a:ext cx="348311" cy="25923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6" name="四角形: 角を丸くする 55">
            <a:extLst>
              <a:ext uri="{FF2B5EF4-FFF2-40B4-BE49-F238E27FC236}">
                <a16:creationId xmlns:a16="http://schemas.microsoft.com/office/drawing/2014/main" id="{FF5E1887-8D0D-4A6A-8E34-297A6A5996A2}"/>
              </a:ext>
            </a:extLst>
          </p:cNvPr>
          <p:cNvSpPr/>
          <p:nvPr/>
        </p:nvSpPr>
        <p:spPr>
          <a:xfrm>
            <a:off x="6114246" y="3720296"/>
            <a:ext cx="348311" cy="25923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8" name="四角形: 角を丸くする 57">
            <a:extLst>
              <a:ext uri="{FF2B5EF4-FFF2-40B4-BE49-F238E27FC236}">
                <a16:creationId xmlns:a16="http://schemas.microsoft.com/office/drawing/2014/main" id="{1F66E480-4AF6-4436-BCC9-9DA8C7E28099}"/>
              </a:ext>
            </a:extLst>
          </p:cNvPr>
          <p:cNvSpPr/>
          <p:nvPr/>
        </p:nvSpPr>
        <p:spPr>
          <a:xfrm>
            <a:off x="4386754" y="5825974"/>
            <a:ext cx="206340" cy="21590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59" name="四角形: 角を丸くする 58">
            <a:extLst>
              <a:ext uri="{FF2B5EF4-FFF2-40B4-BE49-F238E27FC236}">
                <a16:creationId xmlns:a16="http://schemas.microsoft.com/office/drawing/2014/main" id="{69F2D672-481F-4E4D-A795-DAD2FF644B27}"/>
              </a:ext>
            </a:extLst>
          </p:cNvPr>
          <p:cNvSpPr/>
          <p:nvPr/>
        </p:nvSpPr>
        <p:spPr>
          <a:xfrm>
            <a:off x="4998300" y="5825974"/>
            <a:ext cx="206340" cy="215904"/>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graphicFrame>
        <p:nvGraphicFramePr>
          <p:cNvPr id="8" name="表 7">
            <a:extLst>
              <a:ext uri="{FF2B5EF4-FFF2-40B4-BE49-F238E27FC236}">
                <a16:creationId xmlns:a16="http://schemas.microsoft.com/office/drawing/2014/main" id="{5F031F66-9C82-43DA-AB4C-2C0DCB7B3BC1}"/>
              </a:ext>
            </a:extLst>
          </p:cNvPr>
          <p:cNvGraphicFramePr>
            <a:graphicFrameLocks noGrp="1"/>
          </p:cNvGraphicFramePr>
          <p:nvPr>
            <p:extLst>
              <p:ext uri="{D42A27DB-BD31-4B8C-83A1-F6EECF244321}">
                <p14:modId xmlns:p14="http://schemas.microsoft.com/office/powerpoint/2010/main" val="4264474481"/>
              </p:ext>
            </p:extLst>
          </p:nvPr>
        </p:nvGraphicFramePr>
        <p:xfrm>
          <a:off x="8453385" y="1636936"/>
          <a:ext cx="3685923" cy="4876800"/>
        </p:xfrm>
        <a:graphic>
          <a:graphicData uri="http://schemas.openxmlformats.org/drawingml/2006/table">
            <a:tbl>
              <a:tblPr firstRow="1" bandRow="1">
                <a:tableStyleId>{5C22544A-7EE6-4342-B048-85BDC9FD1C3A}</a:tableStyleId>
              </a:tblPr>
              <a:tblGrid>
                <a:gridCol w="1835835">
                  <a:extLst>
                    <a:ext uri="{9D8B030D-6E8A-4147-A177-3AD203B41FA5}">
                      <a16:colId xmlns:a16="http://schemas.microsoft.com/office/drawing/2014/main" val="3401226484"/>
                    </a:ext>
                  </a:extLst>
                </a:gridCol>
                <a:gridCol w="630315">
                  <a:extLst>
                    <a:ext uri="{9D8B030D-6E8A-4147-A177-3AD203B41FA5}">
                      <a16:colId xmlns:a16="http://schemas.microsoft.com/office/drawing/2014/main" val="4039444881"/>
                    </a:ext>
                  </a:extLst>
                </a:gridCol>
                <a:gridCol w="630315">
                  <a:extLst>
                    <a:ext uri="{9D8B030D-6E8A-4147-A177-3AD203B41FA5}">
                      <a16:colId xmlns:a16="http://schemas.microsoft.com/office/drawing/2014/main" val="2754159257"/>
                    </a:ext>
                  </a:extLst>
                </a:gridCol>
                <a:gridCol w="589458">
                  <a:extLst>
                    <a:ext uri="{9D8B030D-6E8A-4147-A177-3AD203B41FA5}">
                      <a16:colId xmlns:a16="http://schemas.microsoft.com/office/drawing/2014/main" val="3837954240"/>
                    </a:ext>
                  </a:extLst>
                </a:gridCol>
              </a:tblGrid>
              <a:tr h="208946">
                <a:tc>
                  <a:txBody>
                    <a:bodyPr/>
                    <a:lstStyle/>
                    <a:p>
                      <a:pPr algn="ctr"/>
                      <a:r>
                        <a:rPr kumimoji="1" lang="ja-JP" altLang="en-US" sz="1000" dirty="0">
                          <a:latin typeface="+mj-ea"/>
                          <a:ea typeface="+mj-ea"/>
                        </a:rPr>
                        <a:t>器材名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000" dirty="0" err="1">
                          <a:latin typeface="+mj-ea"/>
                          <a:ea typeface="+mj-ea"/>
                        </a:rPr>
                        <a:t>Sysmon</a:t>
                      </a:r>
                      <a:r>
                        <a:rPr kumimoji="1" lang="en-US" altLang="ja-JP" sz="1000" dirty="0">
                          <a:latin typeface="+mj-ea"/>
                          <a:ea typeface="+mj-ea"/>
                        </a:rPr>
                        <a:t> </a:t>
                      </a: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000" dirty="0">
                          <a:latin typeface="+mj-ea"/>
                          <a:ea typeface="+mj-ea"/>
                        </a:rPr>
                        <a:t>Elastic Agent</a:t>
                      </a: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en-US" altLang="ja-JP" sz="1000" dirty="0">
                          <a:latin typeface="+mj-ea"/>
                          <a:ea typeface="+mj-ea"/>
                        </a:rPr>
                        <a:t>Velociraptor</a:t>
                      </a: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01379261"/>
                  </a:ext>
                </a:extLst>
              </a:tr>
              <a:tr h="208946">
                <a:tc>
                  <a:txBody>
                    <a:bodyPr/>
                    <a:lstStyle/>
                    <a:p>
                      <a:pPr algn="ctr"/>
                      <a:r>
                        <a:rPr kumimoji="1" lang="ja-JP" altLang="en-US" sz="1000" dirty="0">
                          <a:latin typeface="+mj-ea"/>
                          <a:ea typeface="+mj-ea"/>
                        </a:rPr>
                        <a:t>支援処理装置（評価）</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3638204"/>
                  </a:ext>
                </a:extLst>
              </a:tr>
              <a:tr h="208946">
                <a:tc>
                  <a:txBody>
                    <a:bodyPr/>
                    <a:lstStyle/>
                    <a:p>
                      <a:pPr algn="ctr"/>
                      <a:r>
                        <a:rPr kumimoji="1" lang="ja-JP" altLang="en-US" sz="1000" dirty="0">
                          <a:latin typeface="+mj-ea"/>
                          <a:ea typeface="+mj-ea"/>
                        </a:rPr>
                        <a:t>操作卓</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6094338"/>
                  </a:ext>
                </a:extLst>
              </a:tr>
              <a:tr h="208946">
                <a:tc>
                  <a:txBody>
                    <a:bodyPr/>
                    <a:lstStyle/>
                    <a:p>
                      <a:pPr algn="ctr"/>
                      <a:r>
                        <a:rPr kumimoji="1" lang="ja-JP" altLang="en-US" sz="1000" dirty="0">
                          <a:latin typeface="+mj-ea"/>
                          <a:ea typeface="+mj-ea"/>
                        </a:rPr>
                        <a:t>サーバ管理コンソール</a:t>
                      </a:r>
                      <a:r>
                        <a:rPr kumimoji="1" lang="en-US" altLang="ja-JP" sz="1000" dirty="0">
                          <a:latin typeface="+mj-ea"/>
                          <a:ea typeface="+mj-ea"/>
                        </a:rPr>
                        <a:t>1</a:t>
                      </a:r>
                      <a:endParaRPr kumimoji="1" lang="ja-JP" altLang="en-US" sz="1000" dirty="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21074758"/>
                  </a:ext>
                </a:extLst>
              </a:tr>
              <a:tr h="2089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サーバ管理コンソール</a:t>
                      </a:r>
                      <a:r>
                        <a:rPr kumimoji="1" lang="en-US" altLang="ja-JP" sz="1000" kern="1200" dirty="0">
                          <a:solidFill>
                            <a:schemeClr val="dk1"/>
                          </a:solidFill>
                          <a:latin typeface="+mj-ea"/>
                          <a:ea typeface="+mn-ea"/>
                          <a:cs typeface="+mn-cs"/>
                        </a:rPr>
                        <a:t>2</a:t>
                      </a:r>
                      <a:endParaRPr kumimoji="1" lang="ja-JP" altLang="en-US" sz="1000" kern="1200" dirty="0">
                        <a:solidFill>
                          <a:schemeClr val="dk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0735538"/>
                  </a:ext>
                </a:extLst>
              </a:tr>
              <a:tr h="208946">
                <a:tc>
                  <a:txBody>
                    <a:bodyPr/>
                    <a:lstStyle/>
                    <a:p>
                      <a:pPr algn="ctr"/>
                      <a:r>
                        <a:rPr kumimoji="1" lang="ja-JP" altLang="en-US" sz="1000" dirty="0">
                          <a:latin typeface="+mj-ea"/>
                          <a:ea typeface="+mj-ea"/>
                        </a:rPr>
                        <a:t>仮想業務処理用サーバー</a:t>
                      </a:r>
                      <a:r>
                        <a:rPr kumimoji="1" lang="en-US" altLang="ja-JP" sz="1000" dirty="0">
                          <a:latin typeface="+mj-ea"/>
                          <a:ea typeface="+mj-ea"/>
                        </a:rPr>
                        <a:t>1</a:t>
                      </a:r>
                    </a:p>
                    <a:p>
                      <a:pPr algn="ctr"/>
                      <a:r>
                        <a:rPr kumimoji="1" lang="ja-JP" altLang="en-US" sz="1000" dirty="0">
                          <a:latin typeface="+mj-ea"/>
                          <a:ea typeface="+mj-ea"/>
                        </a:rPr>
                        <a:t>（評価用）府中</a:t>
                      </a:r>
                      <a:r>
                        <a:rPr kumimoji="1" lang="en-US" altLang="ja-JP" sz="1000" dirty="0">
                          <a:latin typeface="+mj-ea"/>
                          <a:ea typeface="+mj-ea"/>
                        </a:rPr>
                        <a:t>OPS1</a:t>
                      </a:r>
                      <a:endParaRPr kumimoji="1" lang="ja-JP" altLang="en-US" sz="1000" dirty="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1" lang="ja-JP" altLang="en-US" sz="1000" dirty="0">
                          <a:latin typeface="+mj-ea"/>
                          <a:ea typeface="+mj-ea"/>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5308525"/>
                  </a:ext>
                </a:extLst>
              </a:tr>
              <a:tr h="2089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仮想業務処理用サーバー</a:t>
                      </a:r>
                      <a:r>
                        <a:rPr kumimoji="1" lang="en-US" altLang="ja-JP" sz="1000" kern="1200" dirty="0">
                          <a:solidFill>
                            <a:schemeClr val="dk1"/>
                          </a:solidFill>
                          <a:latin typeface="+mj-ea"/>
                          <a:ea typeface="+mn-ea"/>
                          <a:cs typeface="+mn-cs"/>
                        </a:rPr>
                        <a:t>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（評価用）府中</a:t>
                      </a:r>
                      <a:r>
                        <a:rPr kumimoji="1" lang="en-US" altLang="ja-JP" sz="1000" kern="1200" dirty="0">
                          <a:solidFill>
                            <a:schemeClr val="dk1"/>
                          </a:solidFill>
                          <a:latin typeface="+mj-ea"/>
                          <a:ea typeface="+mn-ea"/>
                          <a:cs typeface="+mn-cs"/>
                        </a:rPr>
                        <a:t>OPS2</a:t>
                      </a:r>
                      <a:endParaRPr kumimoji="1" lang="ja-JP" altLang="en-US" sz="1000" kern="1200" dirty="0">
                        <a:solidFill>
                          <a:schemeClr val="dk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9128136"/>
                  </a:ext>
                </a:extLst>
              </a:tr>
              <a:tr h="208946">
                <a:tc>
                  <a:txBody>
                    <a:bodyPr/>
                    <a:lstStyle/>
                    <a:p>
                      <a:pPr algn="ctr"/>
                      <a:r>
                        <a:rPr kumimoji="1" lang="ja-JP" altLang="en-US" sz="1000" dirty="0">
                          <a:latin typeface="+mj-ea"/>
                          <a:ea typeface="+mj-ea"/>
                        </a:rPr>
                        <a:t>仮想運航情報等提供サーバー（評価用）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1427652"/>
                  </a:ext>
                </a:extLst>
              </a:tr>
              <a:tr h="208946">
                <a:tc>
                  <a:txBody>
                    <a:bodyPr/>
                    <a:lstStyle/>
                    <a:p>
                      <a:pPr algn="ctr"/>
                      <a:r>
                        <a:rPr kumimoji="1" lang="ja-JP" altLang="en-US" sz="1000" dirty="0">
                          <a:latin typeface="+mj-ea"/>
                          <a:ea typeface="+mj-ea"/>
                        </a:rPr>
                        <a:t>仮想運航情報等</a:t>
                      </a:r>
                      <a:r>
                        <a:rPr kumimoji="1" lang="en-US" altLang="ja-JP" sz="1000" dirty="0">
                          <a:latin typeface="+mj-ea"/>
                          <a:ea typeface="+mj-ea"/>
                        </a:rPr>
                        <a:t>DB</a:t>
                      </a:r>
                      <a:r>
                        <a:rPr kumimoji="1" lang="ja-JP" altLang="en-US" sz="1000" dirty="0">
                          <a:latin typeface="+mj-ea"/>
                          <a:ea typeface="+mj-ea"/>
                        </a:rPr>
                        <a:t>サーバー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5869979"/>
                  </a:ext>
                </a:extLst>
              </a:tr>
              <a:tr h="208946">
                <a:tc>
                  <a:txBody>
                    <a:bodyPr/>
                    <a:lstStyle/>
                    <a:p>
                      <a:pPr algn="ctr"/>
                      <a:r>
                        <a:rPr kumimoji="1" lang="ja-JP" altLang="en-US" sz="1000" dirty="0">
                          <a:latin typeface="+mj-ea"/>
                          <a:ea typeface="+mj-ea"/>
                        </a:rPr>
                        <a:t>仮想ノータム処理装置</a:t>
                      </a:r>
                      <a:endParaRPr kumimoji="1" lang="en-US" altLang="ja-JP" sz="1000" dirty="0">
                        <a:latin typeface="+mj-ea"/>
                        <a:ea typeface="+mj-ea"/>
                      </a:endParaRPr>
                    </a:p>
                    <a:p>
                      <a:pPr algn="ctr"/>
                      <a:r>
                        <a:rPr kumimoji="1" lang="ja-JP" altLang="en-US" sz="1000" dirty="0">
                          <a:latin typeface="+mj-ea"/>
                          <a:ea typeface="+mj-ea"/>
                        </a:rPr>
                        <a:t>（評価用）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62891388"/>
                  </a:ext>
                </a:extLst>
              </a:tr>
              <a:tr h="208946">
                <a:tc>
                  <a:txBody>
                    <a:bodyPr/>
                    <a:lstStyle/>
                    <a:p>
                      <a:pPr algn="ctr"/>
                      <a:r>
                        <a:rPr kumimoji="1" lang="ja-JP" altLang="en-US" sz="1000" dirty="0">
                          <a:latin typeface="+mj-ea"/>
                          <a:ea typeface="+mj-ea"/>
                        </a:rPr>
                        <a:t>電算機ワークステーション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kumimoji="1" lang="ja-JP" altLang="en-US" sz="1000" dirty="0">
                        <a:latin typeface="+mj-ea"/>
                        <a:ea typeface="+mj-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17500226"/>
                  </a:ext>
                </a:extLst>
              </a:tr>
              <a:tr h="208946">
                <a:tc>
                  <a:txBody>
                    <a:bodyPr/>
                    <a:lstStyle/>
                    <a:p>
                      <a:pPr algn="ctr"/>
                      <a:r>
                        <a:rPr kumimoji="1" lang="ja-JP" altLang="en-US" sz="1000" dirty="0">
                          <a:latin typeface="+mj-ea"/>
                          <a:ea typeface="+mj-ea"/>
                        </a:rPr>
                        <a:t>端末部（</a:t>
                      </a:r>
                      <a:r>
                        <a:rPr kumimoji="1" lang="en-US" altLang="ja-JP" sz="1000" dirty="0">
                          <a:latin typeface="+mj-ea"/>
                          <a:ea typeface="+mj-ea"/>
                        </a:rPr>
                        <a:t>FADP</a:t>
                      </a:r>
                      <a:r>
                        <a:rPr kumimoji="1" lang="ja-JP" altLang="en-US" sz="1000" dirty="0">
                          <a:latin typeface="+mj-ea"/>
                          <a:ea typeface="+mj-ea"/>
                        </a:rPr>
                        <a:t>用端末）</a:t>
                      </a:r>
                      <a:endParaRPr kumimoji="1" lang="en-US" altLang="ja-JP" sz="1000" dirty="0">
                        <a:latin typeface="+mj-ea"/>
                        <a:ea typeface="+mj-ea"/>
                      </a:endParaRPr>
                    </a:p>
                    <a:p>
                      <a:pPr algn="ctr"/>
                      <a:r>
                        <a:rPr kumimoji="1" lang="ja-JP" altLang="en-US" sz="1000" dirty="0">
                          <a:latin typeface="+mj-ea"/>
                          <a:ea typeface="+mj-ea"/>
                        </a:rPr>
                        <a:t>：府中</a:t>
                      </a:r>
                      <a:r>
                        <a:rPr kumimoji="1" lang="en-US" altLang="ja-JP" sz="1000" dirty="0">
                          <a:latin typeface="+mj-ea"/>
                          <a:ea typeface="+mj-ea"/>
                        </a:rPr>
                        <a:t>FS</a:t>
                      </a:r>
                      <a:r>
                        <a:rPr kumimoji="1" lang="ja-JP" altLang="en-US" sz="1000" dirty="0">
                          <a:latin typeface="+mj-ea"/>
                          <a:ea typeface="+mj-ea"/>
                        </a:rPr>
                        <a:t>席</a:t>
                      </a:r>
                      <a:r>
                        <a:rPr kumimoji="1" lang="en-US" altLang="ja-JP" sz="1000" dirty="0">
                          <a:latin typeface="+mj-ea"/>
                          <a:ea typeface="+mj-ea"/>
                        </a:rPr>
                        <a:t>1</a:t>
                      </a:r>
                      <a:endParaRPr kumimoji="1" lang="ja-JP" altLang="en-US" sz="1000" dirty="0">
                        <a:latin typeface="+mj-ea"/>
                        <a:ea typeface="+mj-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7210421"/>
                  </a:ext>
                </a:extLst>
              </a:tr>
              <a:tr h="2089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端末部（</a:t>
                      </a:r>
                      <a:r>
                        <a:rPr kumimoji="1" lang="en-US" altLang="ja-JP" sz="1000" kern="1200" dirty="0">
                          <a:solidFill>
                            <a:schemeClr val="dk1"/>
                          </a:solidFill>
                          <a:latin typeface="+mj-ea"/>
                          <a:ea typeface="+mn-ea"/>
                          <a:cs typeface="+mn-cs"/>
                        </a:rPr>
                        <a:t>FADP</a:t>
                      </a:r>
                      <a:r>
                        <a:rPr kumimoji="1" lang="ja-JP" altLang="en-US" sz="1000" kern="1200" dirty="0">
                          <a:solidFill>
                            <a:schemeClr val="dk1"/>
                          </a:solidFill>
                          <a:latin typeface="+mj-ea"/>
                          <a:ea typeface="+mn-ea"/>
                          <a:cs typeface="+mn-cs"/>
                        </a:rPr>
                        <a:t>用端末）</a:t>
                      </a:r>
                      <a:endParaRPr kumimoji="1" lang="en-US" altLang="ja-JP" sz="1000" kern="1200" dirty="0">
                        <a:solidFill>
                          <a:schemeClr val="dk1"/>
                        </a:solidFill>
                        <a:latin typeface="+mj-e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：府中</a:t>
                      </a:r>
                      <a:r>
                        <a:rPr kumimoji="1" lang="en-US" altLang="ja-JP" sz="1000" kern="1200" dirty="0">
                          <a:solidFill>
                            <a:schemeClr val="dk1"/>
                          </a:solidFill>
                          <a:latin typeface="+mj-ea"/>
                          <a:ea typeface="+mn-ea"/>
                          <a:cs typeface="+mn-cs"/>
                        </a:rPr>
                        <a:t>AMIS</a:t>
                      </a:r>
                      <a:r>
                        <a:rPr kumimoji="1" lang="ja-JP" altLang="en-US" sz="1000" kern="1200" dirty="0">
                          <a:solidFill>
                            <a:schemeClr val="dk1"/>
                          </a:solidFill>
                          <a:latin typeface="+mj-ea"/>
                          <a:ea typeface="+mn-ea"/>
                          <a:cs typeface="+mn-cs"/>
                        </a:rPr>
                        <a:t>席</a:t>
                      </a:r>
                      <a:r>
                        <a:rPr kumimoji="1" lang="en-US" altLang="ja-JP" sz="1000" kern="1200" dirty="0">
                          <a:solidFill>
                            <a:schemeClr val="dk1"/>
                          </a:solidFill>
                          <a:latin typeface="+mj-ea"/>
                          <a:ea typeface="+mn-ea"/>
                          <a:cs typeface="+mn-cs"/>
                        </a:rPr>
                        <a:t>2</a:t>
                      </a:r>
                      <a:endParaRPr kumimoji="1" lang="ja-JP" altLang="en-US" sz="1000" kern="1200" dirty="0">
                        <a:solidFill>
                          <a:schemeClr val="dk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68586"/>
                  </a:ext>
                </a:extLst>
              </a:tr>
              <a:tr h="2089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端末部（</a:t>
                      </a:r>
                      <a:r>
                        <a:rPr kumimoji="1" lang="en-US" altLang="ja-JP" sz="1000" kern="1200" dirty="0">
                          <a:solidFill>
                            <a:schemeClr val="dk1"/>
                          </a:solidFill>
                          <a:latin typeface="+mj-ea"/>
                          <a:ea typeface="+mn-ea"/>
                          <a:cs typeface="+mn-cs"/>
                        </a:rPr>
                        <a:t>FADP</a:t>
                      </a:r>
                      <a:r>
                        <a:rPr kumimoji="1" lang="ja-JP" altLang="en-US" sz="1000" kern="1200" dirty="0">
                          <a:solidFill>
                            <a:schemeClr val="dk1"/>
                          </a:solidFill>
                          <a:latin typeface="+mj-ea"/>
                          <a:ea typeface="+mn-ea"/>
                          <a:cs typeface="+mn-cs"/>
                        </a:rPr>
                        <a:t>用端末）</a:t>
                      </a:r>
                      <a:endParaRPr kumimoji="1" lang="en-US" altLang="ja-JP" sz="1000" kern="1200" dirty="0">
                        <a:solidFill>
                          <a:schemeClr val="dk1"/>
                        </a:solidFill>
                        <a:latin typeface="+mj-e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：松島</a:t>
                      </a:r>
                      <a:r>
                        <a:rPr kumimoji="1" lang="en-US" altLang="ja-JP" sz="1000" kern="1200" dirty="0">
                          <a:solidFill>
                            <a:schemeClr val="dk1"/>
                          </a:solidFill>
                          <a:latin typeface="+mj-ea"/>
                          <a:ea typeface="+mn-ea"/>
                          <a:cs typeface="+mn-cs"/>
                        </a:rPr>
                        <a:t>BOPS1</a:t>
                      </a:r>
                      <a:endParaRPr kumimoji="1" lang="ja-JP" altLang="en-US" sz="1000" kern="1200" dirty="0">
                        <a:solidFill>
                          <a:schemeClr val="dk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endPar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88127952"/>
                  </a:ext>
                </a:extLst>
              </a:tr>
              <a:tr h="2089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kern="1200" dirty="0">
                          <a:solidFill>
                            <a:schemeClr val="dk1"/>
                          </a:solidFill>
                          <a:latin typeface="+mj-ea"/>
                          <a:ea typeface="+mn-ea"/>
                          <a:cs typeface="+mn-cs"/>
                        </a:rPr>
                        <a:t>ノータム処理部：入出力装置</a:t>
                      </a:r>
                      <a:r>
                        <a:rPr kumimoji="1" lang="en-US" altLang="ja-JP" sz="1000" kern="1200" dirty="0">
                          <a:solidFill>
                            <a:schemeClr val="dk1"/>
                          </a:solidFill>
                          <a:latin typeface="+mj-ea"/>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1234462"/>
                  </a:ext>
                </a:extLst>
              </a:tr>
            </a:tbl>
          </a:graphicData>
        </a:graphic>
      </p:graphicFrame>
      <p:sp>
        <p:nvSpPr>
          <p:cNvPr id="11" name="吹き出し: 四角形 10">
            <a:extLst>
              <a:ext uri="{FF2B5EF4-FFF2-40B4-BE49-F238E27FC236}">
                <a16:creationId xmlns:a16="http://schemas.microsoft.com/office/drawing/2014/main" id="{E90761F6-1188-4829-89C5-B71A62A555F2}"/>
              </a:ext>
            </a:extLst>
          </p:cNvPr>
          <p:cNvSpPr/>
          <p:nvPr/>
        </p:nvSpPr>
        <p:spPr>
          <a:xfrm>
            <a:off x="506825" y="4497150"/>
            <a:ext cx="3522312" cy="1152000"/>
          </a:xfrm>
          <a:prstGeom prst="wedgeRectCallout">
            <a:avLst>
              <a:gd name="adj1" fmla="val 49234"/>
              <a:gd name="adj2" fmla="val 69286"/>
            </a:avLst>
          </a:prstGeom>
          <a:solidFill>
            <a:schemeClr val="bg1"/>
          </a:solid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10" name="表 9">
            <a:extLst>
              <a:ext uri="{FF2B5EF4-FFF2-40B4-BE49-F238E27FC236}">
                <a16:creationId xmlns:a16="http://schemas.microsoft.com/office/drawing/2014/main" id="{BDE2C7A5-BBA7-4024-AF9D-C6FD2A55D4F3}"/>
              </a:ext>
            </a:extLst>
          </p:cNvPr>
          <p:cNvGraphicFramePr>
            <a:graphicFrameLocks noGrp="1"/>
          </p:cNvGraphicFramePr>
          <p:nvPr>
            <p:extLst>
              <p:ext uri="{D42A27DB-BD31-4B8C-83A1-F6EECF244321}">
                <p14:modId xmlns:p14="http://schemas.microsoft.com/office/powerpoint/2010/main" val="2553624377"/>
              </p:ext>
            </p:extLst>
          </p:nvPr>
        </p:nvGraphicFramePr>
        <p:xfrm>
          <a:off x="521471" y="4523784"/>
          <a:ext cx="3507666" cy="1097280"/>
        </p:xfrm>
        <a:graphic>
          <a:graphicData uri="http://schemas.openxmlformats.org/drawingml/2006/table">
            <a:tbl>
              <a:tblPr firstRow="1" bandRow="1">
                <a:tableStyleId>{5C22544A-7EE6-4342-B048-85BDC9FD1C3A}</a:tableStyleId>
              </a:tblPr>
              <a:tblGrid>
                <a:gridCol w="3507666">
                  <a:extLst>
                    <a:ext uri="{9D8B030D-6E8A-4147-A177-3AD203B41FA5}">
                      <a16:colId xmlns:a16="http://schemas.microsoft.com/office/drawing/2014/main" val="1525525460"/>
                    </a:ext>
                  </a:extLst>
                </a:gridCol>
              </a:tblGrid>
              <a:tr h="2099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kern="1200" dirty="0">
                          <a:solidFill>
                            <a:schemeClr val="lt1"/>
                          </a:solidFill>
                          <a:latin typeface="+mj-ea"/>
                          <a:ea typeface="+mn-ea"/>
                          <a:cs typeface="+mn-cs"/>
                        </a:rPr>
                        <a:t>代替運用等サーバー</a:t>
                      </a:r>
                      <a:r>
                        <a:rPr kumimoji="1" lang="en-US" altLang="ja-JP" sz="1200" b="1" kern="1200" dirty="0">
                          <a:solidFill>
                            <a:schemeClr val="lt1"/>
                          </a:solidFill>
                          <a:latin typeface="+mj-ea"/>
                          <a:ea typeface="+mn-ea"/>
                          <a:cs typeface="+mn-cs"/>
                        </a:rPr>
                        <a:t>1</a:t>
                      </a:r>
                      <a:endParaRPr kumimoji="1" lang="ja-JP" altLang="en-US" sz="1200" b="1" kern="1200" dirty="0">
                        <a:solidFill>
                          <a:schemeClr val="lt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9760393"/>
                  </a:ext>
                </a:extLst>
              </a:tr>
              <a:tr h="209913">
                <a:tc>
                  <a:txBody>
                    <a:bodyPr/>
                    <a:lstStyle/>
                    <a:p>
                      <a:pPr algn="l"/>
                      <a:r>
                        <a:rPr kumimoji="1" lang="ja-JP" altLang="en-US" sz="1200" b="0" kern="1200" dirty="0">
                          <a:solidFill>
                            <a:schemeClr val="tx1"/>
                          </a:solidFill>
                          <a:latin typeface="+mj-ea"/>
                          <a:ea typeface="+mj-ea"/>
                          <a:cs typeface="+mn-cs"/>
                        </a:rPr>
                        <a:t>仮想業務処理用サーバー</a:t>
                      </a:r>
                      <a:r>
                        <a:rPr kumimoji="1" lang="en-US" altLang="ja-JP" sz="1200" b="0" kern="1200" dirty="0">
                          <a:solidFill>
                            <a:schemeClr val="tx1"/>
                          </a:solidFill>
                          <a:latin typeface="+mj-ea"/>
                          <a:ea typeface="+mj-ea"/>
                          <a:cs typeface="+mn-cs"/>
                        </a:rPr>
                        <a:t>1</a:t>
                      </a:r>
                      <a:r>
                        <a:rPr kumimoji="1" lang="ja-JP" altLang="en-US" sz="1200" b="0" kern="1200" dirty="0">
                          <a:solidFill>
                            <a:schemeClr val="tx1"/>
                          </a:solidFill>
                          <a:latin typeface="+mj-ea"/>
                          <a:ea typeface="+mj-ea"/>
                          <a:cs typeface="+mn-cs"/>
                        </a:rPr>
                        <a:t>（評価用）府中</a:t>
                      </a:r>
                      <a:r>
                        <a:rPr kumimoji="1" lang="en-US" altLang="ja-JP" sz="1200" b="0" kern="1200" dirty="0">
                          <a:solidFill>
                            <a:schemeClr val="tx1"/>
                          </a:solidFill>
                          <a:latin typeface="+mj-ea"/>
                          <a:ea typeface="+mj-ea"/>
                          <a:cs typeface="+mn-cs"/>
                        </a:rPr>
                        <a:t>OPS1</a:t>
                      </a:r>
                      <a:endParaRPr kumimoji="1" lang="ja-JP" altLang="en-US" sz="1200" b="0" kern="1200" dirty="0">
                        <a:solidFill>
                          <a:schemeClr val="tx1"/>
                        </a:solidFill>
                        <a:latin typeface="+mj-ea"/>
                        <a:ea typeface="+mj-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9499417"/>
                  </a:ext>
                </a:extLst>
              </a:tr>
              <a:tr h="2099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tx1"/>
                          </a:solidFill>
                          <a:latin typeface="+mj-ea"/>
                          <a:ea typeface="+mj-ea"/>
                          <a:cs typeface="+mn-cs"/>
                        </a:rPr>
                        <a:t>仮想運航情報等提供サーバー（評価用）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6090583"/>
                  </a:ext>
                </a:extLst>
              </a:tr>
              <a:tr h="2099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dirty="0">
                          <a:solidFill>
                            <a:schemeClr val="tx1"/>
                          </a:solidFill>
                          <a:latin typeface="+mj-ea"/>
                          <a:ea typeface="+mj-ea"/>
                          <a:cs typeface="+mn-cs"/>
                        </a:rPr>
                        <a:t>仮想運航情報等</a:t>
                      </a:r>
                      <a:r>
                        <a:rPr kumimoji="1" lang="en-US" altLang="ja-JP" sz="1200" b="0" kern="1200" dirty="0">
                          <a:solidFill>
                            <a:schemeClr val="tx1"/>
                          </a:solidFill>
                          <a:latin typeface="+mj-ea"/>
                          <a:ea typeface="+mj-ea"/>
                          <a:cs typeface="+mn-cs"/>
                        </a:rPr>
                        <a:t>DB</a:t>
                      </a:r>
                      <a:r>
                        <a:rPr kumimoji="1" lang="ja-JP" altLang="en-US" sz="1200" b="0" kern="1200" dirty="0">
                          <a:solidFill>
                            <a:schemeClr val="tx1"/>
                          </a:solidFill>
                          <a:latin typeface="+mj-ea"/>
                          <a:ea typeface="+mj-ea"/>
                          <a:cs typeface="+mn-cs"/>
                        </a:rPr>
                        <a:t>サーバー</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888643"/>
                  </a:ext>
                </a:extLst>
              </a:tr>
            </a:tbl>
          </a:graphicData>
        </a:graphic>
      </p:graphicFrame>
      <p:sp>
        <p:nvSpPr>
          <p:cNvPr id="64" name="吹き出し: 四角形 63">
            <a:extLst>
              <a:ext uri="{FF2B5EF4-FFF2-40B4-BE49-F238E27FC236}">
                <a16:creationId xmlns:a16="http://schemas.microsoft.com/office/drawing/2014/main" id="{E2C81225-7954-4B7E-97EC-E8DC99B81172}"/>
              </a:ext>
            </a:extLst>
          </p:cNvPr>
          <p:cNvSpPr/>
          <p:nvPr/>
        </p:nvSpPr>
        <p:spPr>
          <a:xfrm>
            <a:off x="4719983" y="4457356"/>
            <a:ext cx="3522312" cy="862533"/>
          </a:xfrm>
          <a:prstGeom prst="wedgeRectCallout">
            <a:avLst>
              <a:gd name="adj1" fmla="val -46290"/>
              <a:gd name="adj2" fmla="val 102134"/>
            </a:avLst>
          </a:prstGeom>
          <a:solidFill>
            <a:schemeClr val="bg1"/>
          </a:solid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j-ea"/>
              <a:ea typeface="+mj-ea"/>
            </a:endParaRPr>
          </a:p>
        </p:txBody>
      </p:sp>
      <p:graphicFrame>
        <p:nvGraphicFramePr>
          <p:cNvPr id="65" name="表 64">
            <a:extLst>
              <a:ext uri="{FF2B5EF4-FFF2-40B4-BE49-F238E27FC236}">
                <a16:creationId xmlns:a16="http://schemas.microsoft.com/office/drawing/2014/main" id="{E2704AB0-8151-4099-84AF-F743DE881994}"/>
              </a:ext>
            </a:extLst>
          </p:cNvPr>
          <p:cNvGraphicFramePr>
            <a:graphicFrameLocks noGrp="1"/>
          </p:cNvGraphicFramePr>
          <p:nvPr>
            <p:extLst>
              <p:ext uri="{D42A27DB-BD31-4B8C-83A1-F6EECF244321}">
                <p14:modId xmlns:p14="http://schemas.microsoft.com/office/powerpoint/2010/main" val="353140451"/>
              </p:ext>
            </p:extLst>
          </p:nvPr>
        </p:nvGraphicFramePr>
        <p:xfrm>
          <a:off x="4727306" y="4486583"/>
          <a:ext cx="3507666" cy="822960"/>
        </p:xfrm>
        <a:graphic>
          <a:graphicData uri="http://schemas.openxmlformats.org/drawingml/2006/table">
            <a:tbl>
              <a:tblPr firstRow="1" bandRow="1">
                <a:tableStyleId>{5C22544A-7EE6-4342-B048-85BDC9FD1C3A}</a:tableStyleId>
              </a:tblPr>
              <a:tblGrid>
                <a:gridCol w="3507666">
                  <a:extLst>
                    <a:ext uri="{9D8B030D-6E8A-4147-A177-3AD203B41FA5}">
                      <a16:colId xmlns:a16="http://schemas.microsoft.com/office/drawing/2014/main" val="1525525460"/>
                    </a:ext>
                  </a:extLst>
                </a:gridCol>
              </a:tblGrid>
              <a:tr h="0">
                <a:tc>
                  <a:txBody>
                    <a:bodyPr/>
                    <a:lstStyle/>
                    <a:p>
                      <a:pPr algn="l"/>
                      <a:r>
                        <a:rPr kumimoji="1" lang="ja-JP" altLang="en-US" sz="1200" b="1" kern="1200" dirty="0">
                          <a:solidFill>
                            <a:schemeClr val="lt1"/>
                          </a:solidFill>
                          <a:latin typeface="+mj-ea"/>
                          <a:ea typeface="+mj-ea"/>
                          <a:cs typeface="+mn-cs"/>
                        </a:rPr>
                        <a:t>代替運用等サーバー</a:t>
                      </a:r>
                      <a:r>
                        <a:rPr kumimoji="1" lang="en-US" altLang="ja-JP" sz="1200" b="1" kern="1200" dirty="0">
                          <a:solidFill>
                            <a:schemeClr val="lt1"/>
                          </a:solidFill>
                          <a:latin typeface="+mj-ea"/>
                          <a:ea typeface="+mj-ea"/>
                          <a:cs typeface="+mn-cs"/>
                        </a:rPr>
                        <a:t>2</a:t>
                      </a:r>
                      <a:endParaRPr kumimoji="1" lang="ja-JP" altLang="en-US" sz="1200" b="1" kern="1200" dirty="0">
                        <a:solidFill>
                          <a:schemeClr val="lt1"/>
                        </a:solidFill>
                        <a:latin typeface="+mj-ea"/>
                        <a:ea typeface="+mj-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9499417"/>
                  </a:ext>
                </a:extLst>
              </a:tr>
              <a:tr h="209913">
                <a:tc>
                  <a:txBody>
                    <a:bodyPr/>
                    <a:lstStyle/>
                    <a:p>
                      <a:pPr algn="l"/>
                      <a:r>
                        <a:rPr kumimoji="1" lang="ja-JP" altLang="en-US" sz="1200" b="0" kern="1200" dirty="0">
                          <a:solidFill>
                            <a:schemeClr val="tx1"/>
                          </a:solidFill>
                          <a:latin typeface="+mj-ea"/>
                          <a:ea typeface="+mn-ea"/>
                          <a:cs typeface="+mn-cs"/>
                        </a:rPr>
                        <a:t>仮想業務処理用サーバー</a:t>
                      </a:r>
                      <a:r>
                        <a:rPr kumimoji="1" lang="en-US" altLang="ja-JP" sz="1200" b="0" kern="1200" dirty="0">
                          <a:solidFill>
                            <a:schemeClr val="tx1"/>
                          </a:solidFill>
                          <a:latin typeface="+mj-ea"/>
                          <a:ea typeface="+mn-ea"/>
                          <a:cs typeface="+mn-cs"/>
                        </a:rPr>
                        <a:t>1</a:t>
                      </a:r>
                      <a:r>
                        <a:rPr kumimoji="1" lang="ja-JP" altLang="en-US" sz="1200" b="0" kern="1200" dirty="0">
                          <a:solidFill>
                            <a:schemeClr val="tx1"/>
                          </a:solidFill>
                          <a:latin typeface="+mj-ea"/>
                          <a:ea typeface="+mn-ea"/>
                          <a:cs typeface="+mn-cs"/>
                        </a:rPr>
                        <a:t>（評価用）府中</a:t>
                      </a:r>
                      <a:r>
                        <a:rPr kumimoji="1" lang="en-US" altLang="ja-JP" sz="1200" b="0" kern="1200" dirty="0">
                          <a:solidFill>
                            <a:schemeClr val="tx1"/>
                          </a:solidFill>
                          <a:latin typeface="+mj-ea"/>
                          <a:ea typeface="+mn-ea"/>
                          <a:cs typeface="+mn-cs"/>
                        </a:rPr>
                        <a:t>OPS2</a:t>
                      </a:r>
                      <a:endParaRPr kumimoji="1" lang="ja-JP" altLang="en-US" sz="1200" b="0" kern="1200" dirty="0">
                        <a:solidFill>
                          <a:schemeClr val="tx1"/>
                        </a:solidFill>
                        <a:latin typeface="+mj-ea"/>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6090583"/>
                  </a:ext>
                </a:extLst>
              </a:tr>
              <a:tr h="209913">
                <a:tc>
                  <a:txBody>
                    <a:bodyPr/>
                    <a:lstStyle/>
                    <a:p>
                      <a:pPr algn="l"/>
                      <a:r>
                        <a:rPr kumimoji="1" lang="ja-JP" altLang="en-US" sz="1200" kern="1200" dirty="0">
                          <a:solidFill>
                            <a:schemeClr val="dk1"/>
                          </a:solidFill>
                          <a:latin typeface="+mj-ea"/>
                          <a:ea typeface="+mn-ea"/>
                          <a:cs typeface="+mn-cs"/>
                        </a:rPr>
                        <a:t>仮想ノータム処理装置（評価用）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888643"/>
                  </a:ext>
                </a:extLst>
              </a:tr>
            </a:tbl>
          </a:graphicData>
        </a:graphic>
      </p:graphicFrame>
    </p:spTree>
    <p:extLst>
      <p:ext uri="{BB962C8B-B14F-4D97-AF65-F5344CB8AC3E}">
        <p14:creationId xmlns:p14="http://schemas.microsoft.com/office/powerpoint/2010/main" val="2373408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7"/>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春日での調査要領（３／３）</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・ジャーナルデータの流れ</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・電算機ワークステーションから支援処理装置（８１系で）で処理を実施し代替運用等サーバに送られそこでそれぞれ処理を実施したものが端末で確認できる。</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32" name="四角形: 角を丸くする 31">
            <a:extLst>
              <a:ext uri="{FF2B5EF4-FFF2-40B4-BE49-F238E27FC236}">
                <a16:creationId xmlns:a16="http://schemas.microsoft.com/office/drawing/2014/main" id="{50D04D47-8FBF-4292-B0DF-8198FC341B87}"/>
              </a:ext>
            </a:extLst>
          </p:cNvPr>
          <p:cNvSpPr/>
          <p:nvPr/>
        </p:nvSpPr>
        <p:spPr>
          <a:xfrm>
            <a:off x="5914465" y="3734796"/>
            <a:ext cx="331059"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3" name="四角形: 角を丸くする 32">
            <a:extLst>
              <a:ext uri="{FF2B5EF4-FFF2-40B4-BE49-F238E27FC236}">
                <a16:creationId xmlns:a16="http://schemas.microsoft.com/office/drawing/2014/main" id="{6452C33D-B3AF-4C60-86EB-1FCAA1DB2CE1}"/>
              </a:ext>
            </a:extLst>
          </p:cNvPr>
          <p:cNvSpPr/>
          <p:nvPr/>
        </p:nvSpPr>
        <p:spPr>
          <a:xfrm>
            <a:off x="8646884" y="3723294"/>
            <a:ext cx="331059"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4" name="四角形: 角を丸くする 33">
            <a:extLst>
              <a:ext uri="{FF2B5EF4-FFF2-40B4-BE49-F238E27FC236}">
                <a16:creationId xmlns:a16="http://schemas.microsoft.com/office/drawing/2014/main" id="{D28DB548-2C2D-443F-9247-08A9A0AB0D2B}"/>
              </a:ext>
            </a:extLst>
          </p:cNvPr>
          <p:cNvSpPr/>
          <p:nvPr/>
        </p:nvSpPr>
        <p:spPr>
          <a:xfrm>
            <a:off x="6575929" y="5856785"/>
            <a:ext cx="247566"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5" name="四角形: 角を丸くする 34">
            <a:extLst>
              <a:ext uri="{FF2B5EF4-FFF2-40B4-BE49-F238E27FC236}">
                <a16:creationId xmlns:a16="http://schemas.microsoft.com/office/drawing/2014/main" id="{E0B0C1B8-BE0C-4A52-8A17-69BD75EC8A0D}"/>
              </a:ext>
            </a:extLst>
          </p:cNvPr>
          <p:cNvSpPr/>
          <p:nvPr/>
        </p:nvSpPr>
        <p:spPr>
          <a:xfrm>
            <a:off x="6870934" y="5856785"/>
            <a:ext cx="247566"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6" name="四角形: 角を丸くする 35">
            <a:extLst>
              <a:ext uri="{FF2B5EF4-FFF2-40B4-BE49-F238E27FC236}">
                <a16:creationId xmlns:a16="http://schemas.microsoft.com/office/drawing/2014/main" id="{6D85D27F-BE0B-4DD8-B0E1-21E583C45F88}"/>
              </a:ext>
            </a:extLst>
          </p:cNvPr>
          <p:cNvSpPr/>
          <p:nvPr/>
        </p:nvSpPr>
        <p:spPr>
          <a:xfrm>
            <a:off x="7230368" y="5872325"/>
            <a:ext cx="247566"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7" name="四角形: 角を丸くする 36">
            <a:extLst>
              <a:ext uri="{FF2B5EF4-FFF2-40B4-BE49-F238E27FC236}">
                <a16:creationId xmlns:a16="http://schemas.microsoft.com/office/drawing/2014/main" id="{6FCD8E86-7621-43E6-85AB-A70F4BBD895C}"/>
              </a:ext>
            </a:extLst>
          </p:cNvPr>
          <p:cNvSpPr/>
          <p:nvPr/>
        </p:nvSpPr>
        <p:spPr>
          <a:xfrm>
            <a:off x="7525373" y="5872325"/>
            <a:ext cx="247566"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8" name="四角形: 角を丸くする 37">
            <a:extLst>
              <a:ext uri="{FF2B5EF4-FFF2-40B4-BE49-F238E27FC236}">
                <a16:creationId xmlns:a16="http://schemas.microsoft.com/office/drawing/2014/main" id="{EEB6AFA1-56FD-40E7-84A5-DA1A8889DF0B}"/>
              </a:ext>
            </a:extLst>
          </p:cNvPr>
          <p:cNvSpPr/>
          <p:nvPr/>
        </p:nvSpPr>
        <p:spPr>
          <a:xfrm>
            <a:off x="7072113" y="3576424"/>
            <a:ext cx="484653" cy="44061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6" name="矢印: 上カーブ 5">
            <a:extLst>
              <a:ext uri="{FF2B5EF4-FFF2-40B4-BE49-F238E27FC236}">
                <a16:creationId xmlns:a16="http://schemas.microsoft.com/office/drawing/2014/main" id="{17CCFBE7-D97A-442F-A722-8DD361643B84}"/>
              </a:ext>
            </a:extLst>
          </p:cNvPr>
          <p:cNvSpPr/>
          <p:nvPr/>
        </p:nvSpPr>
        <p:spPr>
          <a:xfrm rot="10800000" flipH="1">
            <a:off x="6357668" y="3027321"/>
            <a:ext cx="948906" cy="629728"/>
          </a:xfrm>
          <a:prstGeom prst="curvedUpArrow">
            <a:avLst/>
          </a:prstGeom>
          <a:solidFill>
            <a:schemeClr val="accent4">
              <a:lumMod val="60000"/>
              <a:lumOff val="40000"/>
            </a:schemeClr>
          </a:solidFill>
          <a:ln w="38100">
            <a:solidFill>
              <a:srgbClr val="FFC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2" name="四角形: 角を丸くする 41">
            <a:extLst>
              <a:ext uri="{FF2B5EF4-FFF2-40B4-BE49-F238E27FC236}">
                <a16:creationId xmlns:a16="http://schemas.microsoft.com/office/drawing/2014/main" id="{E19470EA-2873-4AB3-B5B6-75709BE1AB29}"/>
              </a:ext>
            </a:extLst>
          </p:cNvPr>
          <p:cNvSpPr/>
          <p:nvPr/>
        </p:nvSpPr>
        <p:spPr>
          <a:xfrm>
            <a:off x="6328363" y="3703850"/>
            <a:ext cx="247566" cy="2937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3" name="矢印: 上カーブ 42">
            <a:extLst>
              <a:ext uri="{FF2B5EF4-FFF2-40B4-BE49-F238E27FC236}">
                <a16:creationId xmlns:a16="http://schemas.microsoft.com/office/drawing/2014/main" id="{7F0C5E4C-506A-4B79-A7D4-10F9AC127F1D}"/>
              </a:ext>
            </a:extLst>
          </p:cNvPr>
          <p:cNvSpPr/>
          <p:nvPr/>
        </p:nvSpPr>
        <p:spPr>
          <a:xfrm rot="16891242" flipH="1" flipV="1">
            <a:off x="5386908" y="4622821"/>
            <a:ext cx="2365915" cy="517650"/>
          </a:xfrm>
          <a:prstGeom prst="curvedUpArrow">
            <a:avLst/>
          </a:prstGeom>
          <a:solidFill>
            <a:schemeClr val="accent1">
              <a:lumMod val="20000"/>
              <a:lumOff val="80000"/>
            </a:schemeClr>
          </a:solidFill>
          <a:ln w="38100">
            <a:solidFill>
              <a:schemeClr val="accent1">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45" name="矢印: 上カーブ 44">
            <a:extLst>
              <a:ext uri="{FF2B5EF4-FFF2-40B4-BE49-F238E27FC236}">
                <a16:creationId xmlns:a16="http://schemas.microsoft.com/office/drawing/2014/main" id="{F5A7EF24-31ED-407F-BAC4-645501AE6CB3}"/>
              </a:ext>
            </a:extLst>
          </p:cNvPr>
          <p:cNvSpPr/>
          <p:nvPr/>
        </p:nvSpPr>
        <p:spPr>
          <a:xfrm rot="16394350" flipH="1">
            <a:off x="6623154" y="4583013"/>
            <a:ext cx="2365915" cy="621641"/>
          </a:xfrm>
          <a:prstGeom prst="curvedUpArrow">
            <a:avLst/>
          </a:prstGeom>
          <a:solidFill>
            <a:schemeClr val="accent1">
              <a:lumMod val="20000"/>
              <a:lumOff val="80000"/>
            </a:schemeClr>
          </a:solidFill>
          <a:ln w="38100">
            <a:solidFill>
              <a:schemeClr val="accent1">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矢印: 上カーブ 6">
            <a:extLst>
              <a:ext uri="{FF2B5EF4-FFF2-40B4-BE49-F238E27FC236}">
                <a16:creationId xmlns:a16="http://schemas.microsoft.com/office/drawing/2014/main" id="{5E9BBAD2-9236-4CFC-ABA8-4DDD730C9C9F}"/>
              </a:ext>
            </a:extLst>
          </p:cNvPr>
          <p:cNvSpPr/>
          <p:nvPr/>
        </p:nvSpPr>
        <p:spPr>
          <a:xfrm>
            <a:off x="6600915" y="6202991"/>
            <a:ext cx="517585" cy="336430"/>
          </a:xfrm>
          <a:prstGeom prst="curvedUpArrow">
            <a:avLst/>
          </a:prstGeom>
          <a:solidFill>
            <a:schemeClr val="accent6">
              <a:lumMod val="40000"/>
              <a:lumOff val="60000"/>
            </a:schemeClr>
          </a:solidFill>
          <a:ln w="38100">
            <a:solidFill>
              <a:srgbClr val="92D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dirty="0">
              <a:solidFill>
                <a:schemeClr val="tx1"/>
              </a:solidFill>
            </a:endParaRPr>
          </a:p>
        </p:txBody>
      </p:sp>
      <p:sp>
        <p:nvSpPr>
          <p:cNvPr id="47" name="矢印: 上カーブ 46">
            <a:extLst>
              <a:ext uri="{FF2B5EF4-FFF2-40B4-BE49-F238E27FC236}">
                <a16:creationId xmlns:a16="http://schemas.microsoft.com/office/drawing/2014/main" id="{D6DBF606-9523-457A-83E1-23DC4F38EA17}"/>
              </a:ext>
            </a:extLst>
          </p:cNvPr>
          <p:cNvSpPr/>
          <p:nvPr/>
        </p:nvSpPr>
        <p:spPr>
          <a:xfrm rot="15347271" flipV="1">
            <a:off x="4839826" y="4834240"/>
            <a:ext cx="2252915" cy="369535"/>
          </a:xfrm>
          <a:prstGeom prst="curvedUpArrow">
            <a:avLst/>
          </a:prstGeom>
          <a:solidFill>
            <a:schemeClr val="accent6">
              <a:lumMod val="40000"/>
              <a:lumOff val="60000"/>
            </a:schemeClr>
          </a:solidFill>
          <a:ln w="38100">
            <a:solidFill>
              <a:srgbClr val="92D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48" name="矢印: 上カーブ 47">
            <a:extLst>
              <a:ext uri="{FF2B5EF4-FFF2-40B4-BE49-F238E27FC236}">
                <a16:creationId xmlns:a16="http://schemas.microsoft.com/office/drawing/2014/main" id="{A8A502AA-0CF4-4656-B28B-8623B919D2D7}"/>
              </a:ext>
            </a:extLst>
          </p:cNvPr>
          <p:cNvSpPr/>
          <p:nvPr/>
        </p:nvSpPr>
        <p:spPr>
          <a:xfrm>
            <a:off x="7297973" y="6159393"/>
            <a:ext cx="517585" cy="336430"/>
          </a:xfrm>
          <a:prstGeom prst="curvedUpArrow">
            <a:avLst/>
          </a:prstGeom>
          <a:solidFill>
            <a:schemeClr val="accent6">
              <a:lumMod val="40000"/>
              <a:lumOff val="60000"/>
            </a:schemeClr>
          </a:solidFill>
          <a:ln w="38100">
            <a:solidFill>
              <a:srgbClr val="92D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
        <p:nvSpPr>
          <p:cNvPr id="49" name="矢印: 上カーブ 48">
            <a:extLst>
              <a:ext uri="{FF2B5EF4-FFF2-40B4-BE49-F238E27FC236}">
                <a16:creationId xmlns:a16="http://schemas.microsoft.com/office/drawing/2014/main" id="{6A03AC65-0087-463E-B289-BA7875A7C1DD}"/>
              </a:ext>
            </a:extLst>
          </p:cNvPr>
          <p:cNvSpPr/>
          <p:nvPr/>
        </p:nvSpPr>
        <p:spPr>
          <a:xfrm rot="18246304" flipV="1">
            <a:off x="6617676" y="4391108"/>
            <a:ext cx="2435532" cy="552467"/>
          </a:xfrm>
          <a:prstGeom prst="curvedUpArrow">
            <a:avLst/>
          </a:prstGeom>
          <a:solidFill>
            <a:schemeClr val="accent6">
              <a:lumMod val="40000"/>
              <a:lumOff val="60000"/>
            </a:schemeClr>
          </a:solidFill>
          <a:ln w="38100">
            <a:solidFill>
              <a:srgbClr val="92D05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kumimoji="1" lang="ja-JP" altLang="en-US">
              <a:solidFill>
                <a:schemeClr val="tx1"/>
              </a:solidFill>
            </a:endParaRPr>
          </a:p>
        </p:txBody>
      </p:sp>
    </p:spTree>
    <p:extLst>
      <p:ext uri="{BB962C8B-B14F-4D97-AF65-F5344CB8AC3E}">
        <p14:creationId xmlns:p14="http://schemas.microsoft.com/office/powerpoint/2010/main" val="91932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7"/>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春日での現地調査要領（１／４）</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・３個組に分けて調査を実施</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・ジャーナルログ、ネットワークログ、ホストログに分けて調査を実施する。</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28" name="四角形: 角を丸くする 27">
            <a:extLst>
              <a:ext uri="{FF2B5EF4-FFF2-40B4-BE49-F238E27FC236}">
                <a16:creationId xmlns:a16="http://schemas.microsoft.com/office/drawing/2014/main" id="{9B81E899-9EEB-4174-A9A6-803E5477F048}"/>
              </a:ext>
            </a:extLst>
          </p:cNvPr>
          <p:cNvSpPr/>
          <p:nvPr/>
        </p:nvSpPr>
        <p:spPr>
          <a:xfrm>
            <a:off x="5318903" y="2597513"/>
            <a:ext cx="865997" cy="615586"/>
          </a:xfrm>
          <a:prstGeom prst="roundRect">
            <a:avLst/>
          </a:prstGeom>
          <a:solidFill>
            <a:schemeClr val="accent2">
              <a:lumMod val="20000"/>
              <a:lumOff val="80000"/>
              <a:alpha val="20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9" name="四角形: 角を丸くする 38">
            <a:extLst>
              <a:ext uri="{FF2B5EF4-FFF2-40B4-BE49-F238E27FC236}">
                <a16:creationId xmlns:a16="http://schemas.microsoft.com/office/drawing/2014/main" id="{6B32CEF2-5F69-43F8-B9F5-40FFF6929172}"/>
              </a:ext>
            </a:extLst>
          </p:cNvPr>
          <p:cNvSpPr/>
          <p:nvPr/>
        </p:nvSpPr>
        <p:spPr>
          <a:xfrm>
            <a:off x="7886700" y="2503078"/>
            <a:ext cx="520700" cy="710021"/>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0" name="四角形: 角を丸くする 39">
            <a:extLst>
              <a:ext uri="{FF2B5EF4-FFF2-40B4-BE49-F238E27FC236}">
                <a16:creationId xmlns:a16="http://schemas.microsoft.com/office/drawing/2014/main" id="{E3416A9D-B868-400D-8F86-BF8E100FD265}"/>
              </a:ext>
            </a:extLst>
          </p:cNvPr>
          <p:cNvSpPr/>
          <p:nvPr/>
        </p:nvSpPr>
        <p:spPr>
          <a:xfrm>
            <a:off x="3617103" y="2721591"/>
            <a:ext cx="680751"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1" name="四角形: 角を丸くする 40">
            <a:extLst>
              <a:ext uri="{FF2B5EF4-FFF2-40B4-BE49-F238E27FC236}">
                <a16:creationId xmlns:a16="http://schemas.microsoft.com/office/drawing/2014/main" id="{6BEB2B7E-3954-4475-AB8D-F3107DE237A8}"/>
              </a:ext>
            </a:extLst>
          </p:cNvPr>
          <p:cNvSpPr/>
          <p:nvPr/>
        </p:nvSpPr>
        <p:spPr>
          <a:xfrm>
            <a:off x="3020203" y="3027786"/>
            <a:ext cx="319897"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4" name="四角形: 角を丸くする 43">
            <a:extLst>
              <a:ext uri="{FF2B5EF4-FFF2-40B4-BE49-F238E27FC236}">
                <a16:creationId xmlns:a16="http://schemas.microsoft.com/office/drawing/2014/main" id="{9F750B3B-EB06-482D-A908-82AF1E968086}"/>
              </a:ext>
            </a:extLst>
          </p:cNvPr>
          <p:cNvSpPr/>
          <p:nvPr/>
        </p:nvSpPr>
        <p:spPr>
          <a:xfrm>
            <a:off x="5318903" y="3463315"/>
            <a:ext cx="319897"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6" name="四角形: 角を丸くする 45">
            <a:extLst>
              <a:ext uri="{FF2B5EF4-FFF2-40B4-BE49-F238E27FC236}">
                <a16:creationId xmlns:a16="http://schemas.microsoft.com/office/drawing/2014/main" id="{895C2A59-ACB9-4883-803C-4C3B2B9AF29B}"/>
              </a:ext>
            </a:extLst>
          </p:cNvPr>
          <p:cNvSpPr/>
          <p:nvPr/>
        </p:nvSpPr>
        <p:spPr>
          <a:xfrm>
            <a:off x="5936051" y="3246251"/>
            <a:ext cx="2217349"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0" name="四角形: 角を丸くする 49">
            <a:extLst>
              <a:ext uri="{FF2B5EF4-FFF2-40B4-BE49-F238E27FC236}">
                <a16:creationId xmlns:a16="http://schemas.microsoft.com/office/drawing/2014/main" id="{59523990-CF1F-4E07-A6FE-09E63241B219}"/>
              </a:ext>
            </a:extLst>
          </p:cNvPr>
          <p:cNvSpPr/>
          <p:nvPr/>
        </p:nvSpPr>
        <p:spPr>
          <a:xfrm>
            <a:off x="8591552" y="2597513"/>
            <a:ext cx="419098" cy="259988"/>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1" name="四角形: 角を丸くする 50">
            <a:extLst>
              <a:ext uri="{FF2B5EF4-FFF2-40B4-BE49-F238E27FC236}">
                <a16:creationId xmlns:a16="http://schemas.microsoft.com/office/drawing/2014/main" id="{49475DEA-0030-4842-ABAD-2651F581B062}"/>
              </a:ext>
            </a:extLst>
          </p:cNvPr>
          <p:cNvSpPr/>
          <p:nvPr/>
        </p:nvSpPr>
        <p:spPr>
          <a:xfrm>
            <a:off x="6538103" y="4040539"/>
            <a:ext cx="1081897"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2" name="四角形: 角を丸くする 51">
            <a:extLst>
              <a:ext uri="{FF2B5EF4-FFF2-40B4-BE49-F238E27FC236}">
                <a16:creationId xmlns:a16="http://schemas.microsoft.com/office/drawing/2014/main" id="{5C770BE5-81A9-4DB8-848D-B8BB20678BB2}"/>
              </a:ext>
            </a:extLst>
          </p:cNvPr>
          <p:cNvSpPr/>
          <p:nvPr/>
        </p:nvSpPr>
        <p:spPr>
          <a:xfrm>
            <a:off x="6120201" y="4822413"/>
            <a:ext cx="1766499" cy="343545"/>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3" name="四角形: 角を丸くする 52">
            <a:extLst>
              <a:ext uri="{FF2B5EF4-FFF2-40B4-BE49-F238E27FC236}">
                <a16:creationId xmlns:a16="http://schemas.microsoft.com/office/drawing/2014/main" id="{C341DC51-6E15-42E4-B2BF-00C49535EDA8}"/>
              </a:ext>
            </a:extLst>
          </p:cNvPr>
          <p:cNvSpPr/>
          <p:nvPr/>
        </p:nvSpPr>
        <p:spPr>
          <a:xfrm>
            <a:off x="4855353" y="5943596"/>
            <a:ext cx="319897"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4" name="四角形: 角を丸くする 53">
            <a:extLst>
              <a:ext uri="{FF2B5EF4-FFF2-40B4-BE49-F238E27FC236}">
                <a16:creationId xmlns:a16="http://schemas.microsoft.com/office/drawing/2014/main" id="{A24856FB-C874-4173-BDDA-BF70ECCFAB24}"/>
              </a:ext>
            </a:extLst>
          </p:cNvPr>
          <p:cNvSpPr/>
          <p:nvPr/>
        </p:nvSpPr>
        <p:spPr>
          <a:xfrm>
            <a:off x="8850701" y="5943596"/>
            <a:ext cx="319897" cy="206929"/>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5" name="四角形: 角を丸くする 54">
            <a:extLst>
              <a:ext uri="{FF2B5EF4-FFF2-40B4-BE49-F238E27FC236}">
                <a16:creationId xmlns:a16="http://schemas.microsoft.com/office/drawing/2014/main" id="{54CEC4B0-7261-49AE-913C-9DE83072CCD9}"/>
              </a:ext>
            </a:extLst>
          </p:cNvPr>
          <p:cNvSpPr/>
          <p:nvPr/>
        </p:nvSpPr>
        <p:spPr>
          <a:xfrm>
            <a:off x="9728870" y="5966333"/>
            <a:ext cx="292500" cy="146250"/>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7" name="四角形: 角を丸くする 56">
            <a:extLst>
              <a:ext uri="{FF2B5EF4-FFF2-40B4-BE49-F238E27FC236}">
                <a16:creationId xmlns:a16="http://schemas.microsoft.com/office/drawing/2014/main" id="{C91F2FF4-A4BC-49E4-A498-A37DA3E935D8}"/>
              </a:ext>
            </a:extLst>
          </p:cNvPr>
          <p:cNvSpPr/>
          <p:nvPr/>
        </p:nvSpPr>
        <p:spPr>
          <a:xfrm>
            <a:off x="9728870" y="5745577"/>
            <a:ext cx="292500" cy="146250"/>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8" name="正方形/長方形 57">
            <a:extLst>
              <a:ext uri="{FF2B5EF4-FFF2-40B4-BE49-F238E27FC236}">
                <a16:creationId xmlns:a16="http://schemas.microsoft.com/office/drawing/2014/main" id="{B3807E5D-41BE-4D46-8304-88B157BDDE99}"/>
              </a:ext>
            </a:extLst>
          </p:cNvPr>
          <p:cNvSpPr/>
          <p:nvPr/>
        </p:nvSpPr>
        <p:spPr>
          <a:xfrm>
            <a:off x="9984345" y="5919339"/>
            <a:ext cx="2108087" cy="246221"/>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：ネットワークログ調査範囲</a:t>
            </a:r>
            <a:endParaRPr lang="ja-JP" altLang="en-US" sz="1000" dirty="0">
              <a:latin typeface="ＭＳ ゴシック" panose="020B0609070205080204" pitchFamily="49" charset="-128"/>
              <a:ea typeface="ＭＳ ゴシック" panose="020B0609070205080204" pitchFamily="49" charset="-128"/>
            </a:endParaRPr>
          </a:p>
        </p:txBody>
      </p:sp>
      <p:sp>
        <p:nvSpPr>
          <p:cNvPr id="59" name="正方形/長方形 58">
            <a:extLst>
              <a:ext uri="{FF2B5EF4-FFF2-40B4-BE49-F238E27FC236}">
                <a16:creationId xmlns:a16="http://schemas.microsoft.com/office/drawing/2014/main" id="{208E82F8-A1F6-48AA-B0D0-B08BFF43629C}"/>
              </a:ext>
            </a:extLst>
          </p:cNvPr>
          <p:cNvSpPr/>
          <p:nvPr/>
        </p:nvSpPr>
        <p:spPr>
          <a:xfrm>
            <a:off x="9983365" y="5689680"/>
            <a:ext cx="1854572" cy="246221"/>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：ホストログ調査範囲</a:t>
            </a:r>
            <a:endParaRPr lang="ja-JP" altLang="en-US" sz="1000" dirty="0">
              <a:latin typeface="ＭＳ ゴシック" panose="020B0609070205080204" pitchFamily="49" charset="-128"/>
              <a:ea typeface="ＭＳ ゴシック" panose="020B0609070205080204" pitchFamily="49" charset="-128"/>
            </a:endParaRPr>
          </a:p>
        </p:txBody>
      </p:sp>
      <p:sp>
        <p:nvSpPr>
          <p:cNvPr id="61" name="四角形: 角を丸くする 60">
            <a:extLst>
              <a:ext uri="{FF2B5EF4-FFF2-40B4-BE49-F238E27FC236}">
                <a16:creationId xmlns:a16="http://schemas.microsoft.com/office/drawing/2014/main" id="{988B961C-5B3E-4C15-8CDC-F726CF36F686}"/>
              </a:ext>
            </a:extLst>
          </p:cNvPr>
          <p:cNvSpPr/>
          <p:nvPr/>
        </p:nvSpPr>
        <p:spPr>
          <a:xfrm>
            <a:off x="8770619" y="2945390"/>
            <a:ext cx="319897" cy="206929"/>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3" name="四角形: 角を丸くする 62">
            <a:extLst>
              <a:ext uri="{FF2B5EF4-FFF2-40B4-BE49-F238E27FC236}">
                <a16:creationId xmlns:a16="http://schemas.microsoft.com/office/drawing/2014/main" id="{FFBB69DF-3311-4F86-AFAC-ABE1BC857642}"/>
              </a:ext>
            </a:extLst>
          </p:cNvPr>
          <p:cNvSpPr/>
          <p:nvPr/>
        </p:nvSpPr>
        <p:spPr>
          <a:xfrm>
            <a:off x="6369052" y="2855979"/>
            <a:ext cx="1410968" cy="274392"/>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4" name="四角形: 角を丸くする 63">
            <a:extLst>
              <a:ext uri="{FF2B5EF4-FFF2-40B4-BE49-F238E27FC236}">
                <a16:creationId xmlns:a16="http://schemas.microsoft.com/office/drawing/2014/main" id="{82DFC8AF-4620-490C-9419-8DA18F53224B}"/>
              </a:ext>
            </a:extLst>
          </p:cNvPr>
          <p:cNvSpPr/>
          <p:nvPr/>
        </p:nvSpPr>
        <p:spPr>
          <a:xfrm>
            <a:off x="7726751" y="3775084"/>
            <a:ext cx="319897" cy="206929"/>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5" name="四角形: 角を丸くする 64">
            <a:extLst>
              <a:ext uri="{FF2B5EF4-FFF2-40B4-BE49-F238E27FC236}">
                <a16:creationId xmlns:a16="http://schemas.microsoft.com/office/drawing/2014/main" id="{930A9029-1A3C-4B1A-B8EC-C163936E2F1C}"/>
              </a:ext>
            </a:extLst>
          </p:cNvPr>
          <p:cNvSpPr/>
          <p:nvPr/>
        </p:nvSpPr>
        <p:spPr>
          <a:xfrm>
            <a:off x="5124663" y="3693461"/>
            <a:ext cx="1413440" cy="615586"/>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6" name="四角形: 角を丸くする 65">
            <a:extLst>
              <a:ext uri="{FF2B5EF4-FFF2-40B4-BE49-F238E27FC236}">
                <a16:creationId xmlns:a16="http://schemas.microsoft.com/office/drawing/2014/main" id="{39A0EC4F-BBB5-4B44-A4F4-B577C897306D}"/>
              </a:ext>
            </a:extLst>
          </p:cNvPr>
          <p:cNvSpPr/>
          <p:nvPr/>
        </p:nvSpPr>
        <p:spPr>
          <a:xfrm>
            <a:off x="6538103" y="4273760"/>
            <a:ext cx="472297" cy="206929"/>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7" name="四角形: 角を丸くする 66">
            <a:extLst>
              <a:ext uri="{FF2B5EF4-FFF2-40B4-BE49-F238E27FC236}">
                <a16:creationId xmlns:a16="http://schemas.microsoft.com/office/drawing/2014/main" id="{452CE796-0684-4075-9A21-30AEAEAE45CA}"/>
              </a:ext>
            </a:extLst>
          </p:cNvPr>
          <p:cNvSpPr/>
          <p:nvPr/>
        </p:nvSpPr>
        <p:spPr>
          <a:xfrm>
            <a:off x="5205730" y="5376594"/>
            <a:ext cx="1598930" cy="313086"/>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8" name="四角形: 角を丸くする 67">
            <a:extLst>
              <a:ext uri="{FF2B5EF4-FFF2-40B4-BE49-F238E27FC236}">
                <a16:creationId xmlns:a16="http://schemas.microsoft.com/office/drawing/2014/main" id="{AD50E145-B1BD-4130-8990-04A75DA537E4}"/>
              </a:ext>
            </a:extLst>
          </p:cNvPr>
          <p:cNvSpPr/>
          <p:nvPr/>
        </p:nvSpPr>
        <p:spPr>
          <a:xfrm>
            <a:off x="6999499" y="5360447"/>
            <a:ext cx="369041" cy="259988"/>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69" name="四角形: 角を丸くする 68">
            <a:extLst>
              <a:ext uri="{FF2B5EF4-FFF2-40B4-BE49-F238E27FC236}">
                <a16:creationId xmlns:a16="http://schemas.microsoft.com/office/drawing/2014/main" id="{7FE942E8-4D3D-4018-8F60-79204AF4E397}"/>
              </a:ext>
            </a:extLst>
          </p:cNvPr>
          <p:cNvSpPr/>
          <p:nvPr/>
        </p:nvSpPr>
        <p:spPr>
          <a:xfrm>
            <a:off x="6184531" y="5836339"/>
            <a:ext cx="369041" cy="259988"/>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70" name="四角形: 角を丸くする 69">
            <a:extLst>
              <a:ext uri="{FF2B5EF4-FFF2-40B4-BE49-F238E27FC236}">
                <a16:creationId xmlns:a16="http://schemas.microsoft.com/office/drawing/2014/main" id="{1D08C7AB-0B98-4315-B3DA-DB9921400C87}"/>
              </a:ext>
            </a:extLst>
          </p:cNvPr>
          <p:cNvSpPr/>
          <p:nvPr/>
        </p:nvSpPr>
        <p:spPr>
          <a:xfrm>
            <a:off x="7491586" y="5347353"/>
            <a:ext cx="1423814" cy="313086"/>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71" name="四角形: 角を丸くする 70">
            <a:extLst>
              <a:ext uri="{FF2B5EF4-FFF2-40B4-BE49-F238E27FC236}">
                <a16:creationId xmlns:a16="http://schemas.microsoft.com/office/drawing/2014/main" id="{A9C22504-4A19-42C5-A516-F2A0D149814F}"/>
              </a:ext>
            </a:extLst>
          </p:cNvPr>
          <p:cNvSpPr/>
          <p:nvPr/>
        </p:nvSpPr>
        <p:spPr>
          <a:xfrm>
            <a:off x="6614302" y="5832529"/>
            <a:ext cx="1112449" cy="280054"/>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 name="テキスト ボックス 4">
            <a:extLst>
              <a:ext uri="{FF2B5EF4-FFF2-40B4-BE49-F238E27FC236}">
                <a16:creationId xmlns:a16="http://schemas.microsoft.com/office/drawing/2014/main" id="{BCBB5EF8-BC9F-438C-BD7F-847318C5796C}"/>
              </a:ext>
            </a:extLst>
          </p:cNvPr>
          <p:cNvSpPr txBox="1"/>
          <p:nvPr/>
        </p:nvSpPr>
        <p:spPr>
          <a:xfrm>
            <a:off x="-57905" y="707475"/>
            <a:ext cx="2124299" cy="369332"/>
          </a:xfrm>
          <a:prstGeom prst="rect">
            <a:avLst/>
          </a:prstGeom>
          <a:noFill/>
        </p:spPr>
        <p:txBody>
          <a:bodyPr wrap="none" rtlCol="0">
            <a:spAutoFit/>
          </a:bodyPr>
          <a:lstStyle/>
          <a:p>
            <a:r>
              <a:rPr kumimoji="1" lang="ja-JP" altLang="en-US" dirty="0">
                <a:solidFill>
                  <a:srgbClr val="FF0000"/>
                </a:solidFill>
              </a:rPr>
              <a:t>ここから新規追加分</a:t>
            </a:r>
          </a:p>
        </p:txBody>
      </p:sp>
    </p:spTree>
    <p:extLst>
      <p:ext uri="{BB962C8B-B14F-4D97-AF65-F5344CB8AC3E}">
        <p14:creationId xmlns:p14="http://schemas.microsoft.com/office/powerpoint/2010/main" val="1378085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7"/>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春日での現地調査要領（２／４）</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・ネットワークログの調査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・ＦＡＣＥ及びＤＩＩ組とその他のネットワーク機器に分かれて実施</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28" name="四角形: 角を丸くする 27">
            <a:extLst>
              <a:ext uri="{FF2B5EF4-FFF2-40B4-BE49-F238E27FC236}">
                <a16:creationId xmlns:a16="http://schemas.microsoft.com/office/drawing/2014/main" id="{9B81E899-9EEB-4174-A9A6-803E5477F048}"/>
              </a:ext>
            </a:extLst>
          </p:cNvPr>
          <p:cNvSpPr/>
          <p:nvPr/>
        </p:nvSpPr>
        <p:spPr>
          <a:xfrm>
            <a:off x="5318903" y="2597513"/>
            <a:ext cx="865997" cy="615586"/>
          </a:xfrm>
          <a:prstGeom prst="roundRect">
            <a:avLst/>
          </a:prstGeom>
          <a:solidFill>
            <a:schemeClr val="accent2">
              <a:lumMod val="20000"/>
              <a:lumOff val="80000"/>
              <a:alpha val="20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9" name="四角形: 角を丸くする 38">
            <a:extLst>
              <a:ext uri="{FF2B5EF4-FFF2-40B4-BE49-F238E27FC236}">
                <a16:creationId xmlns:a16="http://schemas.microsoft.com/office/drawing/2014/main" id="{6B32CEF2-5F69-43F8-B9F5-40FFF6929172}"/>
              </a:ext>
            </a:extLst>
          </p:cNvPr>
          <p:cNvSpPr/>
          <p:nvPr/>
        </p:nvSpPr>
        <p:spPr>
          <a:xfrm>
            <a:off x="7886700" y="2503078"/>
            <a:ext cx="520700" cy="710021"/>
          </a:xfrm>
          <a:prstGeom prst="roundRect">
            <a:avLst/>
          </a:prstGeom>
          <a:solidFill>
            <a:schemeClr val="accent2">
              <a:lumMod val="20000"/>
              <a:lumOff val="80000"/>
              <a:alpha val="2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0" name="四角形: 角を丸くする 39">
            <a:extLst>
              <a:ext uri="{FF2B5EF4-FFF2-40B4-BE49-F238E27FC236}">
                <a16:creationId xmlns:a16="http://schemas.microsoft.com/office/drawing/2014/main" id="{E3416A9D-B868-400D-8F86-BF8E100FD265}"/>
              </a:ext>
            </a:extLst>
          </p:cNvPr>
          <p:cNvSpPr/>
          <p:nvPr/>
        </p:nvSpPr>
        <p:spPr>
          <a:xfrm>
            <a:off x="3617103" y="2721591"/>
            <a:ext cx="680751"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1" name="四角形: 角を丸くする 40">
            <a:extLst>
              <a:ext uri="{FF2B5EF4-FFF2-40B4-BE49-F238E27FC236}">
                <a16:creationId xmlns:a16="http://schemas.microsoft.com/office/drawing/2014/main" id="{6BEB2B7E-3954-4475-AB8D-F3107DE237A8}"/>
              </a:ext>
            </a:extLst>
          </p:cNvPr>
          <p:cNvSpPr/>
          <p:nvPr/>
        </p:nvSpPr>
        <p:spPr>
          <a:xfrm>
            <a:off x="3020203" y="3027786"/>
            <a:ext cx="319897"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4" name="四角形: 角を丸くする 43">
            <a:extLst>
              <a:ext uri="{FF2B5EF4-FFF2-40B4-BE49-F238E27FC236}">
                <a16:creationId xmlns:a16="http://schemas.microsoft.com/office/drawing/2014/main" id="{9F750B3B-EB06-482D-A908-82AF1E968086}"/>
              </a:ext>
            </a:extLst>
          </p:cNvPr>
          <p:cNvSpPr/>
          <p:nvPr/>
        </p:nvSpPr>
        <p:spPr>
          <a:xfrm>
            <a:off x="5318903" y="3463315"/>
            <a:ext cx="319897"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6" name="四角形: 角を丸くする 45">
            <a:extLst>
              <a:ext uri="{FF2B5EF4-FFF2-40B4-BE49-F238E27FC236}">
                <a16:creationId xmlns:a16="http://schemas.microsoft.com/office/drawing/2014/main" id="{895C2A59-ACB9-4883-803C-4C3B2B9AF29B}"/>
              </a:ext>
            </a:extLst>
          </p:cNvPr>
          <p:cNvSpPr/>
          <p:nvPr/>
        </p:nvSpPr>
        <p:spPr>
          <a:xfrm>
            <a:off x="5936051" y="3246251"/>
            <a:ext cx="2217349"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0" name="四角形: 角を丸くする 49">
            <a:extLst>
              <a:ext uri="{FF2B5EF4-FFF2-40B4-BE49-F238E27FC236}">
                <a16:creationId xmlns:a16="http://schemas.microsoft.com/office/drawing/2014/main" id="{59523990-CF1F-4E07-A6FE-09E63241B219}"/>
              </a:ext>
            </a:extLst>
          </p:cNvPr>
          <p:cNvSpPr/>
          <p:nvPr/>
        </p:nvSpPr>
        <p:spPr>
          <a:xfrm>
            <a:off x="8591552" y="2597513"/>
            <a:ext cx="419098" cy="259988"/>
          </a:xfrm>
          <a:prstGeom prst="roundRect">
            <a:avLst/>
          </a:prstGeom>
          <a:solidFill>
            <a:schemeClr val="accent2">
              <a:lumMod val="20000"/>
              <a:lumOff val="80000"/>
              <a:alpha val="2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1" name="四角形: 角を丸くする 50">
            <a:extLst>
              <a:ext uri="{FF2B5EF4-FFF2-40B4-BE49-F238E27FC236}">
                <a16:creationId xmlns:a16="http://schemas.microsoft.com/office/drawing/2014/main" id="{49475DEA-0030-4842-ABAD-2651F581B062}"/>
              </a:ext>
            </a:extLst>
          </p:cNvPr>
          <p:cNvSpPr/>
          <p:nvPr/>
        </p:nvSpPr>
        <p:spPr>
          <a:xfrm>
            <a:off x="6538103" y="4040539"/>
            <a:ext cx="1081897"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2" name="四角形: 角を丸くする 51">
            <a:extLst>
              <a:ext uri="{FF2B5EF4-FFF2-40B4-BE49-F238E27FC236}">
                <a16:creationId xmlns:a16="http://schemas.microsoft.com/office/drawing/2014/main" id="{5C770BE5-81A9-4DB8-848D-B8BB20678BB2}"/>
              </a:ext>
            </a:extLst>
          </p:cNvPr>
          <p:cNvSpPr/>
          <p:nvPr/>
        </p:nvSpPr>
        <p:spPr>
          <a:xfrm>
            <a:off x="6120201" y="4822413"/>
            <a:ext cx="1766499" cy="343545"/>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3" name="四角形: 角を丸くする 52">
            <a:extLst>
              <a:ext uri="{FF2B5EF4-FFF2-40B4-BE49-F238E27FC236}">
                <a16:creationId xmlns:a16="http://schemas.microsoft.com/office/drawing/2014/main" id="{C341DC51-6E15-42E4-B2BF-00C49535EDA8}"/>
              </a:ext>
            </a:extLst>
          </p:cNvPr>
          <p:cNvSpPr/>
          <p:nvPr/>
        </p:nvSpPr>
        <p:spPr>
          <a:xfrm>
            <a:off x="4855353" y="5943596"/>
            <a:ext cx="319897"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4" name="四角形: 角を丸くする 53">
            <a:extLst>
              <a:ext uri="{FF2B5EF4-FFF2-40B4-BE49-F238E27FC236}">
                <a16:creationId xmlns:a16="http://schemas.microsoft.com/office/drawing/2014/main" id="{A24856FB-C874-4173-BDDA-BF70ECCFAB24}"/>
              </a:ext>
            </a:extLst>
          </p:cNvPr>
          <p:cNvSpPr/>
          <p:nvPr/>
        </p:nvSpPr>
        <p:spPr>
          <a:xfrm>
            <a:off x="8850701" y="5943596"/>
            <a:ext cx="319897" cy="206929"/>
          </a:xfrm>
          <a:prstGeom prst="roundRect">
            <a:avLst/>
          </a:prstGeom>
          <a:solidFill>
            <a:schemeClr val="accent6">
              <a:lumMod val="20000"/>
              <a:lumOff val="80000"/>
              <a:alpha val="2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5" name="四角形: 角を丸くする 54">
            <a:extLst>
              <a:ext uri="{FF2B5EF4-FFF2-40B4-BE49-F238E27FC236}">
                <a16:creationId xmlns:a16="http://schemas.microsoft.com/office/drawing/2014/main" id="{54CEC4B0-7261-49AE-913C-9DE83072CCD9}"/>
              </a:ext>
            </a:extLst>
          </p:cNvPr>
          <p:cNvSpPr/>
          <p:nvPr/>
        </p:nvSpPr>
        <p:spPr>
          <a:xfrm>
            <a:off x="9728870" y="5966333"/>
            <a:ext cx="292500" cy="146250"/>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6" name="四角形: 角を丸くする 55">
            <a:extLst>
              <a:ext uri="{FF2B5EF4-FFF2-40B4-BE49-F238E27FC236}">
                <a16:creationId xmlns:a16="http://schemas.microsoft.com/office/drawing/2014/main" id="{14234431-2D82-4521-8087-1AC0E3414056}"/>
              </a:ext>
            </a:extLst>
          </p:cNvPr>
          <p:cNvSpPr/>
          <p:nvPr/>
        </p:nvSpPr>
        <p:spPr>
          <a:xfrm>
            <a:off x="9728870" y="6187090"/>
            <a:ext cx="292500" cy="146250"/>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7" name="四角形: 角を丸くする 56">
            <a:extLst>
              <a:ext uri="{FF2B5EF4-FFF2-40B4-BE49-F238E27FC236}">
                <a16:creationId xmlns:a16="http://schemas.microsoft.com/office/drawing/2014/main" id="{C91F2FF4-A4BC-49E4-A498-A37DA3E935D8}"/>
              </a:ext>
            </a:extLst>
          </p:cNvPr>
          <p:cNvSpPr/>
          <p:nvPr/>
        </p:nvSpPr>
        <p:spPr>
          <a:xfrm>
            <a:off x="9728870" y="5745577"/>
            <a:ext cx="292500" cy="146250"/>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8" name="正方形/長方形 57">
            <a:extLst>
              <a:ext uri="{FF2B5EF4-FFF2-40B4-BE49-F238E27FC236}">
                <a16:creationId xmlns:a16="http://schemas.microsoft.com/office/drawing/2014/main" id="{B3807E5D-41BE-4D46-8304-88B157BDDE99}"/>
              </a:ext>
            </a:extLst>
          </p:cNvPr>
          <p:cNvSpPr/>
          <p:nvPr/>
        </p:nvSpPr>
        <p:spPr>
          <a:xfrm>
            <a:off x="9984345" y="5919339"/>
            <a:ext cx="875201" cy="253916"/>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：ＤＩＩ側</a:t>
            </a:r>
            <a:endParaRPr lang="ja-JP" altLang="en-US" sz="1000" dirty="0">
              <a:latin typeface="ＭＳ ゴシック" panose="020B0609070205080204" pitchFamily="49" charset="-128"/>
              <a:ea typeface="ＭＳ ゴシック" panose="020B0609070205080204" pitchFamily="49" charset="-128"/>
            </a:endParaRPr>
          </a:p>
        </p:txBody>
      </p:sp>
      <p:sp>
        <p:nvSpPr>
          <p:cNvPr id="59" name="正方形/長方形 58">
            <a:extLst>
              <a:ext uri="{FF2B5EF4-FFF2-40B4-BE49-F238E27FC236}">
                <a16:creationId xmlns:a16="http://schemas.microsoft.com/office/drawing/2014/main" id="{208E82F8-A1F6-48AA-B0D0-B08BFF43629C}"/>
              </a:ext>
            </a:extLst>
          </p:cNvPr>
          <p:cNvSpPr/>
          <p:nvPr/>
        </p:nvSpPr>
        <p:spPr>
          <a:xfrm>
            <a:off x="9983365" y="5689680"/>
            <a:ext cx="1135191" cy="253916"/>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：ＦＡＣＥ側</a:t>
            </a:r>
            <a:endParaRPr lang="ja-JP" altLang="en-US" sz="1000" dirty="0">
              <a:latin typeface="ＭＳ ゴシック" panose="020B0609070205080204" pitchFamily="49" charset="-128"/>
              <a:ea typeface="ＭＳ ゴシック" panose="020B0609070205080204" pitchFamily="49" charset="-128"/>
            </a:endParaRPr>
          </a:p>
        </p:txBody>
      </p:sp>
      <p:sp>
        <p:nvSpPr>
          <p:cNvPr id="60" name="正方形/長方形 59">
            <a:extLst>
              <a:ext uri="{FF2B5EF4-FFF2-40B4-BE49-F238E27FC236}">
                <a16:creationId xmlns:a16="http://schemas.microsoft.com/office/drawing/2014/main" id="{B371F8A9-36C6-4302-87CF-DB3772D0FB82}"/>
              </a:ext>
            </a:extLst>
          </p:cNvPr>
          <p:cNvSpPr/>
          <p:nvPr/>
        </p:nvSpPr>
        <p:spPr>
          <a:xfrm>
            <a:off x="9984344" y="6137566"/>
            <a:ext cx="1897610" cy="246221"/>
          </a:xfrm>
          <a:prstGeom prst="rect">
            <a:avLst/>
          </a:prstGeom>
        </p:spPr>
        <p:txBody>
          <a:bodyPr wrap="square">
            <a:spAutoFit/>
          </a:bodyPr>
          <a:lstStyle/>
          <a:p>
            <a:r>
              <a:rPr lang="ja-JP" altLang="en-US" sz="1000" dirty="0">
                <a:latin typeface="+mj-ea"/>
                <a:ea typeface="+mj-ea"/>
              </a:rPr>
              <a:t>：その他のネットワーク機器</a:t>
            </a:r>
          </a:p>
        </p:txBody>
      </p:sp>
      <p:sp>
        <p:nvSpPr>
          <p:cNvPr id="27" name="四角形: 角を丸くする 26">
            <a:extLst>
              <a:ext uri="{FF2B5EF4-FFF2-40B4-BE49-F238E27FC236}">
                <a16:creationId xmlns:a16="http://schemas.microsoft.com/office/drawing/2014/main" id="{72531DBD-80C8-4FE0-B0AD-17B3CD8003D7}"/>
              </a:ext>
            </a:extLst>
          </p:cNvPr>
          <p:cNvSpPr/>
          <p:nvPr/>
        </p:nvSpPr>
        <p:spPr>
          <a:xfrm>
            <a:off x="6220843" y="5865729"/>
            <a:ext cx="317259" cy="206928"/>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9" name="四角形: 角を丸くする 28">
            <a:extLst>
              <a:ext uri="{FF2B5EF4-FFF2-40B4-BE49-F238E27FC236}">
                <a16:creationId xmlns:a16="http://schemas.microsoft.com/office/drawing/2014/main" id="{8BE27126-9D6C-4295-BB55-C261EC741A26}"/>
              </a:ext>
            </a:extLst>
          </p:cNvPr>
          <p:cNvSpPr/>
          <p:nvPr/>
        </p:nvSpPr>
        <p:spPr>
          <a:xfrm>
            <a:off x="7044725" y="5401670"/>
            <a:ext cx="317259" cy="206928"/>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266911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7"/>
            <a:ext cx="6632207" cy="5221063"/>
          </a:xfrm>
          <a:prstGeom prst="rect">
            <a:avLst/>
          </a:prstGeom>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春日での現地調査要領（３／４）</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・ホストログの調査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a:t>
            </a:r>
            <a:r>
              <a:rPr lang="en-US" altLang="ja-JP" sz="1600" b="1" dirty="0">
                <a:solidFill>
                  <a:schemeClr val="tx1"/>
                </a:solidFill>
                <a:latin typeface="ＭＳ ゴシック" panose="020B0609070205080204" pitchFamily="49" charset="-128"/>
                <a:ea typeface="ＭＳ ゴシック" panose="020B0609070205080204" pitchFamily="49" charset="-128"/>
              </a:rPr>
              <a:t>LINUX</a:t>
            </a:r>
            <a:r>
              <a:rPr lang="ja-JP" altLang="en-US" sz="1600" b="1" dirty="0">
                <a:solidFill>
                  <a:schemeClr val="tx1"/>
                </a:solidFill>
                <a:latin typeface="ＭＳ ゴシック" panose="020B0609070205080204" pitchFamily="49" charset="-128"/>
                <a:ea typeface="ＭＳ ゴシック" panose="020B0609070205080204" pitchFamily="49" charset="-128"/>
              </a:rPr>
              <a:t>及び</a:t>
            </a:r>
            <a:r>
              <a:rPr lang="en-US" altLang="ja-JP" sz="1600" b="1" dirty="0">
                <a:solidFill>
                  <a:schemeClr val="tx1"/>
                </a:solidFill>
                <a:latin typeface="ＭＳ ゴシック" panose="020B0609070205080204" pitchFamily="49" charset="-128"/>
                <a:ea typeface="ＭＳ ゴシック" panose="020B0609070205080204" pitchFamily="49" charset="-128"/>
              </a:rPr>
              <a:t>GAIA</a:t>
            </a:r>
            <a:r>
              <a:rPr lang="ja-JP" altLang="en-US" sz="1600" b="1" dirty="0">
                <a:solidFill>
                  <a:schemeClr val="tx1"/>
                </a:solidFill>
                <a:latin typeface="ＭＳ ゴシック" panose="020B0609070205080204" pitchFamily="49" charset="-128"/>
                <a:ea typeface="ＭＳ ゴシック" panose="020B0609070205080204" pitchFamily="49" charset="-128"/>
              </a:rPr>
              <a:t>調査組及び</a:t>
            </a:r>
            <a:r>
              <a:rPr lang="en-US" altLang="ja-JP" sz="1600" b="1" dirty="0">
                <a:solidFill>
                  <a:schemeClr val="tx1"/>
                </a:solidFill>
                <a:latin typeface="ＭＳ ゴシック" panose="020B0609070205080204" pitchFamily="49" charset="-128"/>
                <a:ea typeface="ＭＳ ゴシック" panose="020B0609070205080204" pitchFamily="49" charset="-128"/>
              </a:rPr>
              <a:t>WINDOWS</a:t>
            </a:r>
            <a:r>
              <a:rPr lang="ja-JP" altLang="en-US" sz="1600" b="1" dirty="0">
                <a:solidFill>
                  <a:schemeClr val="tx1"/>
                </a:solidFill>
                <a:latin typeface="ＭＳ ゴシック" panose="020B0609070205080204" pitchFamily="49" charset="-128"/>
                <a:ea typeface="ＭＳ ゴシック" panose="020B0609070205080204" pitchFamily="49" charset="-128"/>
              </a:rPr>
              <a:t>組に分けて調査を実施</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55" name="四角形: 角を丸くする 54">
            <a:extLst>
              <a:ext uri="{FF2B5EF4-FFF2-40B4-BE49-F238E27FC236}">
                <a16:creationId xmlns:a16="http://schemas.microsoft.com/office/drawing/2014/main" id="{54CEC4B0-7261-49AE-913C-9DE83072CCD9}"/>
              </a:ext>
            </a:extLst>
          </p:cNvPr>
          <p:cNvSpPr/>
          <p:nvPr/>
        </p:nvSpPr>
        <p:spPr>
          <a:xfrm>
            <a:off x="9728870" y="5966333"/>
            <a:ext cx="292500" cy="146250"/>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7" name="四角形: 角を丸くする 56">
            <a:extLst>
              <a:ext uri="{FF2B5EF4-FFF2-40B4-BE49-F238E27FC236}">
                <a16:creationId xmlns:a16="http://schemas.microsoft.com/office/drawing/2014/main" id="{C91F2FF4-A4BC-49E4-A498-A37DA3E935D8}"/>
              </a:ext>
            </a:extLst>
          </p:cNvPr>
          <p:cNvSpPr/>
          <p:nvPr/>
        </p:nvSpPr>
        <p:spPr>
          <a:xfrm>
            <a:off x="9728870" y="5745577"/>
            <a:ext cx="292500" cy="146250"/>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58" name="正方形/長方形 57">
            <a:extLst>
              <a:ext uri="{FF2B5EF4-FFF2-40B4-BE49-F238E27FC236}">
                <a16:creationId xmlns:a16="http://schemas.microsoft.com/office/drawing/2014/main" id="{B3807E5D-41BE-4D46-8304-88B157BDDE99}"/>
              </a:ext>
            </a:extLst>
          </p:cNvPr>
          <p:cNvSpPr/>
          <p:nvPr/>
        </p:nvSpPr>
        <p:spPr>
          <a:xfrm>
            <a:off x="9984345" y="5919339"/>
            <a:ext cx="2108087" cy="246221"/>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a:t>
            </a:r>
            <a:r>
              <a:rPr kumimoji="0" lang="en-US" altLang="ja-JP" sz="1000" dirty="0">
                <a:latin typeface="ＭＳ ゴシック" panose="020B0609070205080204" pitchFamily="49" charset="-128"/>
                <a:ea typeface="ＭＳ ゴシック" panose="020B0609070205080204" pitchFamily="49" charset="-128"/>
              </a:rPr>
              <a:t>LINUX</a:t>
            </a:r>
            <a:endParaRPr lang="ja-JP" altLang="en-US" sz="1000" dirty="0">
              <a:latin typeface="ＭＳ ゴシック" panose="020B0609070205080204" pitchFamily="49" charset="-128"/>
              <a:ea typeface="ＭＳ ゴシック" panose="020B0609070205080204" pitchFamily="49" charset="-128"/>
            </a:endParaRPr>
          </a:p>
        </p:txBody>
      </p:sp>
      <p:sp>
        <p:nvSpPr>
          <p:cNvPr id="59" name="正方形/長方形 58">
            <a:extLst>
              <a:ext uri="{FF2B5EF4-FFF2-40B4-BE49-F238E27FC236}">
                <a16:creationId xmlns:a16="http://schemas.microsoft.com/office/drawing/2014/main" id="{208E82F8-A1F6-48AA-B0D0-B08BFF43629C}"/>
              </a:ext>
            </a:extLst>
          </p:cNvPr>
          <p:cNvSpPr/>
          <p:nvPr/>
        </p:nvSpPr>
        <p:spPr>
          <a:xfrm>
            <a:off x="9983365" y="5689680"/>
            <a:ext cx="1854572" cy="246221"/>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a:t>
            </a:r>
            <a:r>
              <a:rPr kumimoji="0" lang="en-US" altLang="ja-JP" sz="1000" dirty="0">
                <a:latin typeface="ＭＳ ゴシック" panose="020B0609070205080204" pitchFamily="49" charset="-128"/>
                <a:ea typeface="ＭＳ ゴシック" panose="020B0609070205080204" pitchFamily="49" charset="-128"/>
              </a:rPr>
              <a:t>WINDOWS</a:t>
            </a:r>
            <a:endParaRPr lang="ja-JP" altLang="en-US" sz="1000" dirty="0">
              <a:latin typeface="ＭＳ ゴシック" panose="020B0609070205080204" pitchFamily="49" charset="-128"/>
              <a:ea typeface="ＭＳ ゴシック" panose="020B0609070205080204" pitchFamily="49" charset="-128"/>
            </a:endParaRPr>
          </a:p>
        </p:txBody>
      </p:sp>
      <p:sp>
        <p:nvSpPr>
          <p:cNvPr id="23" name="四角形: 角を丸くする 22">
            <a:extLst>
              <a:ext uri="{FF2B5EF4-FFF2-40B4-BE49-F238E27FC236}">
                <a16:creationId xmlns:a16="http://schemas.microsoft.com/office/drawing/2014/main" id="{607DF36E-0133-470E-9DC4-7A889ABF4C7E}"/>
              </a:ext>
            </a:extLst>
          </p:cNvPr>
          <p:cNvSpPr/>
          <p:nvPr/>
        </p:nvSpPr>
        <p:spPr>
          <a:xfrm>
            <a:off x="9728870" y="6187090"/>
            <a:ext cx="292500" cy="146250"/>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4" name="正方形/長方形 23">
            <a:extLst>
              <a:ext uri="{FF2B5EF4-FFF2-40B4-BE49-F238E27FC236}">
                <a16:creationId xmlns:a16="http://schemas.microsoft.com/office/drawing/2014/main" id="{E21A4ACE-33E5-430D-9A18-1845EF0036FD}"/>
              </a:ext>
            </a:extLst>
          </p:cNvPr>
          <p:cNvSpPr/>
          <p:nvPr/>
        </p:nvSpPr>
        <p:spPr>
          <a:xfrm>
            <a:off x="9984344" y="6137566"/>
            <a:ext cx="1897610" cy="246221"/>
          </a:xfrm>
          <a:prstGeom prst="rect">
            <a:avLst/>
          </a:prstGeom>
        </p:spPr>
        <p:txBody>
          <a:bodyPr wrap="square">
            <a:spAutoFit/>
          </a:bodyPr>
          <a:lstStyle/>
          <a:p>
            <a:r>
              <a:rPr lang="ja-JP" altLang="en-US" sz="1000" dirty="0">
                <a:latin typeface="+mj-ea"/>
                <a:ea typeface="+mj-ea"/>
              </a:rPr>
              <a:t>：</a:t>
            </a:r>
            <a:r>
              <a:rPr lang="en-US" altLang="ja-JP" sz="1000" dirty="0">
                <a:latin typeface="+mj-ea"/>
                <a:ea typeface="+mj-ea"/>
              </a:rPr>
              <a:t>GAIA</a:t>
            </a:r>
            <a:endParaRPr lang="ja-JP" altLang="en-US" sz="1000" dirty="0">
              <a:latin typeface="+mj-ea"/>
              <a:ea typeface="+mj-ea"/>
            </a:endParaRPr>
          </a:p>
        </p:txBody>
      </p:sp>
      <p:sp>
        <p:nvSpPr>
          <p:cNvPr id="27" name="四角形: 角を丸くする 26">
            <a:extLst>
              <a:ext uri="{FF2B5EF4-FFF2-40B4-BE49-F238E27FC236}">
                <a16:creationId xmlns:a16="http://schemas.microsoft.com/office/drawing/2014/main" id="{9118757E-ECFF-48CD-AEF9-EC4C987D3930}"/>
              </a:ext>
            </a:extLst>
          </p:cNvPr>
          <p:cNvSpPr/>
          <p:nvPr/>
        </p:nvSpPr>
        <p:spPr>
          <a:xfrm>
            <a:off x="5132717" y="3732298"/>
            <a:ext cx="241540" cy="52915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8" name="四角形: 角を丸くする 27">
            <a:extLst>
              <a:ext uri="{FF2B5EF4-FFF2-40B4-BE49-F238E27FC236}">
                <a16:creationId xmlns:a16="http://schemas.microsoft.com/office/drawing/2014/main" id="{BCB8715E-0D78-4136-A9ED-0051F9BB60CF}"/>
              </a:ext>
            </a:extLst>
          </p:cNvPr>
          <p:cNvSpPr/>
          <p:nvPr/>
        </p:nvSpPr>
        <p:spPr>
          <a:xfrm flipH="1">
            <a:off x="6360268" y="2815215"/>
            <a:ext cx="241540" cy="29892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9" name="四角形: 角を丸くする 28">
            <a:extLst>
              <a:ext uri="{FF2B5EF4-FFF2-40B4-BE49-F238E27FC236}">
                <a16:creationId xmlns:a16="http://schemas.microsoft.com/office/drawing/2014/main" id="{8F101956-2920-40B1-82E5-9F65446F7A4C}"/>
              </a:ext>
            </a:extLst>
          </p:cNvPr>
          <p:cNvSpPr/>
          <p:nvPr/>
        </p:nvSpPr>
        <p:spPr>
          <a:xfrm flipH="1">
            <a:off x="7565090" y="2815215"/>
            <a:ext cx="241540" cy="29892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0" name="四角形: 角を丸くする 29">
            <a:extLst>
              <a:ext uri="{FF2B5EF4-FFF2-40B4-BE49-F238E27FC236}">
                <a16:creationId xmlns:a16="http://schemas.microsoft.com/office/drawing/2014/main" id="{10D4E26D-C952-4CB2-8EB8-0B2B1C14E12B}"/>
              </a:ext>
            </a:extLst>
          </p:cNvPr>
          <p:cNvSpPr/>
          <p:nvPr/>
        </p:nvSpPr>
        <p:spPr>
          <a:xfrm flipH="1">
            <a:off x="6510819" y="5390759"/>
            <a:ext cx="241540" cy="29892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1" name="四角形: 角を丸くする 30">
            <a:extLst>
              <a:ext uri="{FF2B5EF4-FFF2-40B4-BE49-F238E27FC236}">
                <a16:creationId xmlns:a16="http://schemas.microsoft.com/office/drawing/2014/main" id="{35C1E352-FE8B-4B2A-AE3D-8B1683A06E86}"/>
              </a:ext>
            </a:extLst>
          </p:cNvPr>
          <p:cNvSpPr/>
          <p:nvPr/>
        </p:nvSpPr>
        <p:spPr>
          <a:xfrm flipH="1">
            <a:off x="7500674" y="5390758"/>
            <a:ext cx="241540" cy="29892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2" name="四角形: 角を丸くする 31">
            <a:extLst>
              <a:ext uri="{FF2B5EF4-FFF2-40B4-BE49-F238E27FC236}">
                <a16:creationId xmlns:a16="http://schemas.microsoft.com/office/drawing/2014/main" id="{64C01F9B-77C1-4763-9F51-2A21214716A7}"/>
              </a:ext>
            </a:extLst>
          </p:cNvPr>
          <p:cNvSpPr/>
          <p:nvPr/>
        </p:nvSpPr>
        <p:spPr>
          <a:xfrm flipH="1">
            <a:off x="6626831" y="5816872"/>
            <a:ext cx="241540" cy="29571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3" name="四角形: 角を丸くする 32">
            <a:extLst>
              <a:ext uri="{FF2B5EF4-FFF2-40B4-BE49-F238E27FC236}">
                <a16:creationId xmlns:a16="http://schemas.microsoft.com/office/drawing/2014/main" id="{92A4215D-71A3-40A6-BCDA-8EB24406CCA9}"/>
              </a:ext>
            </a:extLst>
          </p:cNvPr>
          <p:cNvSpPr/>
          <p:nvPr/>
        </p:nvSpPr>
        <p:spPr>
          <a:xfrm flipH="1">
            <a:off x="7198779" y="5841855"/>
            <a:ext cx="241540" cy="295711"/>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4" name="四角形: 角を丸くする 33">
            <a:extLst>
              <a:ext uri="{FF2B5EF4-FFF2-40B4-BE49-F238E27FC236}">
                <a16:creationId xmlns:a16="http://schemas.microsoft.com/office/drawing/2014/main" id="{11E0BB47-EFDA-45CE-BF60-5C212E72570D}"/>
              </a:ext>
            </a:extLst>
          </p:cNvPr>
          <p:cNvSpPr/>
          <p:nvPr/>
        </p:nvSpPr>
        <p:spPr>
          <a:xfrm>
            <a:off x="7742214" y="3923748"/>
            <a:ext cx="292500" cy="146250"/>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5" name="四角形: 角を丸くする 34">
            <a:extLst>
              <a:ext uri="{FF2B5EF4-FFF2-40B4-BE49-F238E27FC236}">
                <a16:creationId xmlns:a16="http://schemas.microsoft.com/office/drawing/2014/main" id="{A70E3A5A-D1F8-4B65-9DC6-719737C8D4FE}"/>
              </a:ext>
            </a:extLst>
          </p:cNvPr>
          <p:cNvSpPr/>
          <p:nvPr/>
        </p:nvSpPr>
        <p:spPr>
          <a:xfrm>
            <a:off x="5343600" y="3996873"/>
            <a:ext cx="470603" cy="264576"/>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6" name="四角形: 角を丸くする 35">
            <a:extLst>
              <a:ext uri="{FF2B5EF4-FFF2-40B4-BE49-F238E27FC236}">
                <a16:creationId xmlns:a16="http://schemas.microsoft.com/office/drawing/2014/main" id="{49E0FA66-3801-4126-B982-4AC441FFCD1D}"/>
              </a:ext>
            </a:extLst>
          </p:cNvPr>
          <p:cNvSpPr/>
          <p:nvPr/>
        </p:nvSpPr>
        <p:spPr>
          <a:xfrm>
            <a:off x="5725135" y="3685051"/>
            <a:ext cx="785683" cy="311822"/>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7" name="四角形: 角を丸くする 36">
            <a:extLst>
              <a:ext uri="{FF2B5EF4-FFF2-40B4-BE49-F238E27FC236}">
                <a16:creationId xmlns:a16="http://schemas.microsoft.com/office/drawing/2014/main" id="{9EC3B356-2D78-4EB7-BF95-A69183D764EA}"/>
              </a:ext>
            </a:extLst>
          </p:cNvPr>
          <p:cNvSpPr/>
          <p:nvPr/>
        </p:nvSpPr>
        <p:spPr>
          <a:xfrm>
            <a:off x="5162296" y="5377857"/>
            <a:ext cx="1324759" cy="311822"/>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8" name="四角形: 角を丸くする 37">
            <a:extLst>
              <a:ext uri="{FF2B5EF4-FFF2-40B4-BE49-F238E27FC236}">
                <a16:creationId xmlns:a16="http://schemas.microsoft.com/office/drawing/2014/main" id="{8DC46886-0A7F-41C5-B40C-4E13DEDC0A2B}"/>
              </a:ext>
            </a:extLst>
          </p:cNvPr>
          <p:cNvSpPr/>
          <p:nvPr/>
        </p:nvSpPr>
        <p:spPr>
          <a:xfrm>
            <a:off x="7789742" y="5390758"/>
            <a:ext cx="1121345" cy="311822"/>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0" name="四角形: 角を丸くする 39">
            <a:extLst>
              <a:ext uri="{FF2B5EF4-FFF2-40B4-BE49-F238E27FC236}">
                <a16:creationId xmlns:a16="http://schemas.microsoft.com/office/drawing/2014/main" id="{BCB12BBA-C47C-45CC-8699-9B026F7876E7}"/>
              </a:ext>
            </a:extLst>
          </p:cNvPr>
          <p:cNvSpPr/>
          <p:nvPr/>
        </p:nvSpPr>
        <p:spPr>
          <a:xfrm>
            <a:off x="8760198" y="2890768"/>
            <a:ext cx="314792" cy="264576"/>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41" name="四角形: 角を丸くする 40">
            <a:extLst>
              <a:ext uri="{FF2B5EF4-FFF2-40B4-BE49-F238E27FC236}">
                <a16:creationId xmlns:a16="http://schemas.microsoft.com/office/drawing/2014/main" id="{B4196731-BFC3-49A3-A618-2503FA05E6EB}"/>
              </a:ext>
            </a:extLst>
          </p:cNvPr>
          <p:cNvSpPr/>
          <p:nvPr/>
        </p:nvSpPr>
        <p:spPr>
          <a:xfrm>
            <a:off x="7719922" y="3743864"/>
            <a:ext cx="314792" cy="146419"/>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1118568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88B035E-58C6-42DA-8965-E577B945813B}"/>
              </a:ext>
            </a:extLst>
          </p:cNvPr>
          <p:cNvPicPr>
            <a:picLocks noChangeAspect="1"/>
          </p:cNvPicPr>
          <p:nvPr/>
        </p:nvPicPr>
        <p:blipFill rotWithShape="1">
          <a:blip r:embed="rId2">
            <a:extLst>
              <a:ext uri="{28A0092B-C50C-407E-A947-70E740481C1C}">
                <a14:useLocalDpi xmlns:a14="http://schemas.microsoft.com/office/drawing/2010/main" val="0"/>
              </a:ext>
            </a:extLst>
          </a:blip>
          <a:srcRect b="3086"/>
          <a:stretch/>
        </p:blipFill>
        <p:spPr>
          <a:xfrm>
            <a:off x="2865476" y="1636937"/>
            <a:ext cx="6632207" cy="5221063"/>
          </a:xfrm>
          <a:prstGeom prst="rect">
            <a:avLst/>
          </a:prstGeom>
          <a:solidFill>
            <a:prstClr val="white"/>
          </a:solidFill>
          <a:ln>
            <a:solidFill>
              <a:srgbClr val="00B0F0"/>
            </a:solidFill>
          </a:ln>
        </p:spPr>
      </p:pic>
      <p:sp>
        <p:nvSpPr>
          <p:cNvPr id="25" name="テキスト ボックス 24">
            <a:extLst>
              <a:ext uri="{FF2B5EF4-FFF2-40B4-BE49-F238E27FC236}">
                <a16:creationId xmlns:a16="http://schemas.microsoft.com/office/drawing/2014/main" id="{6417456F-D8A5-4DD5-AA51-C4C26834D457}"/>
              </a:ext>
            </a:extLst>
          </p:cNvPr>
          <p:cNvSpPr txBox="1"/>
          <p:nvPr/>
        </p:nvSpPr>
        <p:spPr>
          <a:xfrm>
            <a:off x="8812414" y="1636936"/>
            <a:ext cx="685269" cy="369332"/>
          </a:xfrm>
          <a:prstGeom prst="rect">
            <a:avLst/>
          </a:prstGeom>
          <a:noFill/>
          <a:ln>
            <a:solidFill>
              <a:srgbClr val="00B0F0"/>
            </a:solidFill>
          </a:ln>
        </p:spPr>
        <p:txBody>
          <a:bodyPr wrap="square" rtlCol="0">
            <a:spAutoFit/>
          </a:bodyPr>
          <a:lstStyle/>
          <a:p>
            <a:pPr algn="ctr"/>
            <a:r>
              <a:rPr lang="ja-JP" altLang="en-US" dirty="0"/>
              <a:t>春日</a:t>
            </a:r>
            <a:endParaRPr kumimoji="1" lang="ja-JP" altLang="en-US" dirty="0"/>
          </a:p>
        </p:txBody>
      </p:sp>
      <p:grpSp>
        <p:nvGrpSpPr>
          <p:cNvPr id="112" name="グループ化 111">
            <a:extLst>
              <a:ext uri="{FF2B5EF4-FFF2-40B4-BE49-F238E27FC236}">
                <a16:creationId xmlns:a16="http://schemas.microsoft.com/office/drawing/2014/main" id="{1E12E379-1D69-47A0-B9CE-15C553F4C5D1}"/>
              </a:ext>
            </a:extLst>
          </p:cNvPr>
          <p:cNvGrpSpPr/>
          <p:nvPr/>
        </p:nvGrpSpPr>
        <p:grpSpPr>
          <a:xfrm>
            <a:off x="11027055" y="73984"/>
            <a:ext cx="984945" cy="547330"/>
            <a:chOff x="10762108" y="88735"/>
            <a:chExt cx="1183082" cy="729773"/>
          </a:xfrm>
        </p:grpSpPr>
        <p:sp>
          <p:nvSpPr>
            <p:cNvPr id="116" name="正方形/長方形 115">
              <a:extLst>
                <a:ext uri="{FF2B5EF4-FFF2-40B4-BE49-F238E27FC236}">
                  <a16:creationId xmlns:a16="http://schemas.microsoft.com/office/drawing/2014/main" id="{DFE08DB2-AB8F-4994-BD82-33C44A513539}"/>
                </a:ext>
              </a:extLst>
            </p:cNvPr>
            <p:cNvSpPr/>
            <p:nvPr userDrawn="1"/>
          </p:nvSpPr>
          <p:spPr>
            <a:xfrm>
              <a:off x="10762416" y="88735"/>
              <a:ext cx="1182774" cy="36892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FF0000"/>
                  </a:solidFill>
                  <a:effectLst/>
                  <a:uLnTx/>
                  <a:uFillTx/>
                  <a:latin typeface="ＭＳ ゴシック" panose="020B0609070205080204" pitchFamily="49" charset="-128"/>
                  <a:ea typeface="ＭＳ ゴシック" panose="020B0609070205080204" pitchFamily="49" charset="-128"/>
                </a:rPr>
                <a:t>対外厳秘</a:t>
              </a:r>
            </a:p>
          </p:txBody>
        </p:sp>
        <p:sp>
          <p:nvSpPr>
            <p:cNvPr id="125" name="正方形/長方形 124">
              <a:extLst>
                <a:ext uri="{FF2B5EF4-FFF2-40B4-BE49-F238E27FC236}">
                  <a16:creationId xmlns:a16="http://schemas.microsoft.com/office/drawing/2014/main" id="{D1F724B3-F484-4950-956D-47AD324E0431}"/>
                </a:ext>
              </a:extLst>
            </p:cNvPr>
            <p:cNvSpPr/>
            <p:nvPr userDrawn="1"/>
          </p:nvSpPr>
          <p:spPr>
            <a:xfrm>
              <a:off x="10762108" y="453382"/>
              <a:ext cx="1182774" cy="36512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1435" tIns="25718" rIns="51435" bIns="25718"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675" dirty="0">
                  <a:solidFill>
                    <a:prstClr val="white"/>
                  </a:solidFill>
                  <a:latin typeface="ＭＳ ゴシック" panose="020B0609070205080204" pitchFamily="49" charset="-128"/>
                  <a:ea typeface="ＭＳ ゴシック" panose="020B0609070205080204" pitchFamily="49" charset="-128"/>
                </a:rPr>
                <a:t>隊本部及び</a:t>
              </a:r>
              <a:r>
                <a:rPr lang="en-US" altLang="ja-JP" sz="675" dirty="0">
                  <a:solidFill>
                    <a:prstClr val="white"/>
                  </a:solidFill>
                  <a:latin typeface="ＭＳ ゴシック" panose="020B0609070205080204" pitchFamily="49" charset="-128"/>
                  <a:ea typeface="ＭＳ ゴシック" panose="020B0609070205080204" pitchFamily="49" charset="-128"/>
                </a:rPr>
                <a:t>ICS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75" b="0" i="0" u="none" strike="noStrike" kern="1200" cap="none" spc="0" normalizeH="0" baseline="0" noProof="0" dirty="0">
                  <a:ln>
                    <a:noFill/>
                  </a:ln>
                  <a:solidFill>
                    <a:prstClr val="white"/>
                  </a:solidFill>
                  <a:effectLst/>
                  <a:uLnTx/>
                  <a:uFillTx/>
                  <a:latin typeface="ＭＳ ゴシック" panose="020B0609070205080204" pitchFamily="49" charset="-128"/>
                  <a:ea typeface="ＭＳ ゴシック" panose="020B0609070205080204" pitchFamily="49" charset="-128"/>
                </a:rPr>
                <a:t>に限定</a:t>
              </a:r>
            </a:p>
          </p:txBody>
        </p:sp>
      </p:grpSp>
      <p:sp>
        <p:nvSpPr>
          <p:cNvPr id="126" name="タイトル 1">
            <a:extLst>
              <a:ext uri="{FF2B5EF4-FFF2-40B4-BE49-F238E27FC236}">
                <a16:creationId xmlns:a16="http://schemas.microsoft.com/office/drawing/2014/main" id="{D9A775B1-0D49-4C31-9092-3414C08F016F}"/>
              </a:ext>
            </a:extLst>
          </p:cNvPr>
          <p:cNvSpPr txBox="1">
            <a:spLocks/>
          </p:cNvSpPr>
          <p:nvPr/>
        </p:nvSpPr>
        <p:spPr>
          <a:xfrm>
            <a:off x="2758499" y="160625"/>
            <a:ext cx="6518275" cy="383182"/>
          </a:xfrm>
          <a:prstGeom prst="rect">
            <a:avLst/>
          </a:prstGeom>
        </p:spPr>
        <p:txBody>
          <a:bodyPr vert="horz" lIns="91440" tIns="45720" rIns="91440" bIns="45720" rtlCol="0" anchor="ctr">
            <a:spAutoFit/>
          </a:bodyPr>
          <a:lstStyle>
            <a:lvl1pPr algn="ctr" defTabSz="685800" rtl="0" eaLnBrk="1" latinLnBrk="0" hangingPunct="1">
              <a:lnSpc>
                <a:spcPct val="90000"/>
              </a:lnSpc>
              <a:spcBef>
                <a:spcPct val="0"/>
              </a:spcBef>
              <a:buNone/>
              <a:defRPr kumimoji="1" sz="2100" kern="1200">
                <a:solidFill>
                  <a:schemeClr val="tx1"/>
                </a:solidFill>
                <a:latin typeface="ＭＳ ゴシック" panose="020B0609070205080204" pitchFamily="49" charset="-128"/>
                <a:ea typeface="ＭＳ ゴシック" panose="020B0609070205080204" pitchFamily="49" charset="-128"/>
                <a:cs typeface="+mj-cs"/>
              </a:defRPr>
            </a:lvl1pPr>
          </a:lstStyle>
          <a:p>
            <a:r>
              <a:rPr lang="ja-JP" altLang="en-US" b="1" dirty="0"/>
              <a:t>春日での現地調査要領（４／４）</a:t>
            </a:r>
          </a:p>
        </p:txBody>
      </p:sp>
      <p:sp>
        <p:nvSpPr>
          <p:cNvPr id="127" name="正方形/長方形 126">
            <a:extLst>
              <a:ext uri="{FF2B5EF4-FFF2-40B4-BE49-F238E27FC236}">
                <a16:creationId xmlns:a16="http://schemas.microsoft.com/office/drawing/2014/main" id="{18318095-A7A4-48C4-9268-6FB3F92F039D}"/>
              </a:ext>
            </a:extLst>
          </p:cNvPr>
          <p:cNvSpPr/>
          <p:nvPr/>
        </p:nvSpPr>
        <p:spPr>
          <a:xfrm>
            <a:off x="2540368" y="707475"/>
            <a:ext cx="8122880" cy="862533"/>
          </a:xfrm>
          <a:prstGeom prst="rect">
            <a:avLst/>
          </a:prstGeom>
          <a:solidFill>
            <a:schemeClr val="bg1"/>
          </a:solidFill>
          <a:ln w="3175">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・ジャーナルデータの調査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・エージェントを活用した調査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a:p>
            <a:pPr marL="180971" indent="-180971" defTabSz="914378">
              <a:defRPr/>
            </a:pPr>
            <a:r>
              <a:rPr lang="ja-JP" altLang="en-US" sz="1600" b="1" dirty="0">
                <a:solidFill>
                  <a:schemeClr val="tx1"/>
                </a:solidFill>
                <a:latin typeface="ＭＳ ゴシック" panose="020B0609070205080204" pitchFamily="49" charset="-128"/>
                <a:ea typeface="ＭＳ ゴシック" panose="020B0609070205080204" pitchFamily="49" charset="-128"/>
              </a:rPr>
              <a:t>・ミラーポートから流れてくるトラフィックの調査</a:t>
            </a:r>
            <a:endParaRPr lang="en-US" altLang="ja-JP" sz="1600" b="1" dirty="0">
              <a:solidFill>
                <a:schemeClr val="tx1"/>
              </a:solidFill>
              <a:latin typeface="ＭＳ ゴシック" panose="020B0609070205080204" pitchFamily="49" charset="-128"/>
              <a:ea typeface="ＭＳ ゴシック" panose="020B0609070205080204" pitchFamily="49" charset="-128"/>
            </a:endParaRPr>
          </a:p>
        </p:txBody>
      </p:sp>
      <p:sp>
        <p:nvSpPr>
          <p:cNvPr id="128" name="正方形/長方形 127">
            <a:extLst>
              <a:ext uri="{FF2B5EF4-FFF2-40B4-BE49-F238E27FC236}">
                <a16:creationId xmlns:a16="http://schemas.microsoft.com/office/drawing/2014/main" id="{C1701092-6364-4A32-ABB4-8A18CAAF3017}"/>
              </a:ext>
            </a:extLst>
          </p:cNvPr>
          <p:cNvSpPr/>
          <p:nvPr/>
        </p:nvSpPr>
        <p:spPr>
          <a:xfrm>
            <a:off x="1770769" y="696901"/>
            <a:ext cx="769599" cy="873107"/>
          </a:xfrm>
          <a:prstGeom prst="rect">
            <a:avLst/>
          </a:prstGeom>
          <a:gradFill rotWithShape="1">
            <a:gsLst>
              <a:gs pos="0">
                <a:srgbClr val="8064A2">
                  <a:shade val="51000"/>
                  <a:satMod val="130000"/>
                </a:srgbClr>
              </a:gs>
              <a:gs pos="80000">
                <a:srgbClr val="8064A2">
                  <a:shade val="93000"/>
                  <a:satMod val="130000"/>
                </a:srgbClr>
              </a:gs>
              <a:gs pos="100000">
                <a:srgbClr val="8064A2">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rtlCol="0" anchor="ctr"/>
          <a:lstStyle/>
          <a:p>
            <a:pPr marL="180971" indent="-180971" algn="ctr" defTabSz="914378">
              <a:defRPr/>
            </a:pPr>
            <a:r>
              <a:rPr lang="ja-JP" altLang="en-US" sz="1600" kern="0" dirty="0">
                <a:solidFill>
                  <a:prstClr val="white"/>
                </a:solidFill>
                <a:latin typeface="ＭＳ ゴシック" panose="020B0609070205080204" pitchFamily="49" charset="-128"/>
                <a:ea typeface="ＭＳ ゴシック" panose="020B0609070205080204" pitchFamily="49" charset="-128"/>
              </a:rPr>
              <a:t>概 要</a:t>
            </a:r>
            <a:endParaRPr lang="en-US" altLang="ja-JP" sz="1600" kern="0" dirty="0">
              <a:solidFill>
                <a:prstClr val="white"/>
              </a:solidFill>
              <a:latin typeface="ＭＳ ゴシック" panose="020B0609070205080204" pitchFamily="49" charset="-128"/>
              <a:ea typeface="ＭＳ ゴシック" panose="020B0609070205080204" pitchFamily="49" charset="-128"/>
            </a:endParaRPr>
          </a:p>
        </p:txBody>
      </p:sp>
      <p:sp>
        <p:nvSpPr>
          <p:cNvPr id="32" name="四角形: 角を丸くする 31">
            <a:extLst>
              <a:ext uri="{FF2B5EF4-FFF2-40B4-BE49-F238E27FC236}">
                <a16:creationId xmlns:a16="http://schemas.microsoft.com/office/drawing/2014/main" id="{50D04D47-8FBF-4292-B0DF-8198FC341B87}"/>
              </a:ext>
            </a:extLst>
          </p:cNvPr>
          <p:cNvSpPr/>
          <p:nvPr/>
        </p:nvSpPr>
        <p:spPr>
          <a:xfrm>
            <a:off x="5914465" y="3734796"/>
            <a:ext cx="331059"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3" name="四角形: 角を丸くする 32">
            <a:extLst>
              <a:ext uri="{FF2B5EF4-FFF2-40B4-BE49-F238E27FC236}">
                <a16:creationId xmlns:a16="http://schemas.microsoft.com/office/drawing/2014/main" id="{6452C33D-B3AF-4C60-86EB-1FCAA1DB2CE1}"/>
              </a:ext>
            </a:extLst>
          </p:cNvPr>
          <p:cNvSpPr/>
          <p:nvPr/>
        </p:nvSpPr>
        <p:spPr>
          <a:xfrm>
            <a:off x="8646884" y="3723294"/>
            <a:ext cx="331059"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4" name="四角形: 角を丸くする 33">
            <a:extLst>
              <a:ext uri="{FF2B5EF4-FFF2-40B4-BE49-F238E27FC236}">
                <a16:creationId xmlns:a16="http://schemas.microsoft.com/office/drawing/2014/main" id="{D28DB548-2C2D-443F-9247-08A9A0AB0D2B}"/>
              </a:ext>
            </a:extLst>
          </p:cNvPr>
          <p:cNvSpPr/>
          <p:nvPr/>
        </p:nvSpPr>
        <p:spPr>
          <a:xfrm>
            <a:off x="6575929" y="5856785"/>
            <a:ext cx="247566"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5" name="四角形: 角を丸くする 34">
            <a:extLst>
              <a:ext uri="{FF2B5EF4-FFF2-40B4-BE49-F238E27FC236}">
                <a16:creationId xmlns:a16="http://schemas.microsoft.com/office/drawing/2014/main" id="{E0B0C1B8-BE0C-4A52-8A17-69BD75EC8A0D}"/>
              </a:ext>
            </a:extLst>
          </p:cNvPr>
          <p:cNvSpPr/>
          <p:nvPr/>
        </p:nvSpPr>
        <p:spPr>
          <a:xfrm>
            <a:off x="6870934" y="5856785"/>
            <a:ext cx="247566"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6" name="四角形: 角を丸くする 35">
            <a:extLst>
              <a:ext uri="{FF2B5EF4-FFF2-40B4-BE49-F238E27FC236}">
                <a16:creationId xmlns:a16="http://schemas.microsoft.com/office/drawing/2014/main" id="{6D85D27F-BE0B-4DD8-B0E1-21E583C45F88}"/>
              </a:ext>
            </a:extLst>
          </p:cNvPr>
          <p:cNvSpPr/>
          <p:nvPr/>
        </p:nvSpPr>
        <p:spPr>
          <a:xfrm>
            <a:off x="7230368" y="5872325"/>
            <a:ext cx="247566"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7" name="四角形: 角を丸くする 36">
            <a:extLst>
              <a:ext uri="{FF2B5EF4-FFF2-40B4-BE49-F238E27FC236}">
                <a16:creationId xmlns:a16="http://schemas.microsoft.com/office/drawing/2014/main" id="{6FCD8E86-7621-43E6-85AB-A70F4BBD895C}"/>
              </a:ext>
            </a:extLst>
          </p:cNvPr>
          <p:cNvSpPr/>
          <p:nvPr/>
        </p:nvSpPr>
        <p:spPr>
          <a:xfrm>
            <a:off x="7525373" y="5872325"/>
            <a:ext cx="247566" cy="293740"/>
          </a:xfrm>
          <a:prstGeom prst="roundRect">
            <a:avLst/>
          </a:prstGeom>
          <a:solidFill>
            <a:srgbClr val="92D050">
              <a:alpha val="10000"/>
            </a:srgbClr>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38" name="四角形: 角を丸くする 37">
            <a:extLst>
              <a:ext uri="{FF2B5EF4-FFF2-40B4-BE49-F238E27FC236}">
                <a16:creationId xmlns:a16="http://schemas.microsoft.com/office/drawing/2014/main" id="{EEB6AFA1-56FD-40E7-84A5-DA1A8889DF0B}"/>
              </a:ext>
            </a:extLst>
          </p:cNvPr>
          <p:cNvSpPr/>
          <p:nvPr/>
        </p:nvSpPr>
        <p:spPr>
          <a:xfrm>
            <a:off x="7072113" y="3576424"/>
            <a:ext cx="484653" cy="440610"/>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42" name="四角形: 角を丸くする 41">
            <a:extLst>
              <a:ext uri="{FF2B5EF4-FFF2-40B4-BE49-F238E27FC236}">
                <a16:creationId xmlns:a16="http://schemas.microsoft.com/office/drawing/2014/main" id="{E19470EA-2873-4AB3-B5B6-75709BE1AB29}"/>
              </a:ext>
            </a:extLst>
          </p:cNvPr>
          <p:cNvSpPr/>
          <p:nvPr/>
        </p:nvSpPr>
        <p:spPr>
          <a:xfrm>
            <a:off x="6328363" y="3703850"/>
            <a:ext cx="247566" cy="293740"/>
          </a:xfrm>
          <a:prstGeom prst="roundRect">
            <a:avLst/>
          </a:prstGeom>
          <a:solidFill>
            <a:srgbClr val="FF0000">
              <a:alpha val="10000"/>
            </a:srgb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ja-JP" altLang="en-US" sz="1350" dirty="0">
              <a:solidFill>
                <a:prstClr val="white"/>
              </a:solidFill>
              <a:latin typeface="ＭＳ ゴシック" panose="020B0609070205080204" pitchFamily="49" charset="-128"/>
              <a:ea typeface="ＭＳ ゴシック" panose="020B0609070205080204" pitchFamily="49" charset="-128"/>
            </a:endParaRPr>
          </a:p>
        </p:txBody>
      </p:sp>
      <p:sp>
        <p:nvSpPr>
          <p:cNvPr id="26" name="四角形: 角を丸くする 25">
            <a:extLst>
              <a:ext uri="{FF2B5EF4-FFF2-40B4-BE49-F238E27FC236}">
                <a16:creationId xmlns:a16="http://schemas.microsoft.com/office/drawing/2014/main" id="{0D162896-C585-400B-A6F1-13D7E364D8AD}"/>
              </a:ext>
            </a:extLst>
          </p:cNvPr>
          <p:cNvSpPr/>
          <p:nvPr/>
        </p:nvSpPr>
        <p:spPr>
          <a:xfrm>
            <a:off x="6096000" y="4987374"/>
            <a:ext cx="695162" cy="161935"/>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7" name="四角形: 角を丸くする 26">
            <a:extLst>
              <a:ext uri="{FF2B5EF4-FFF2-40B4-BE49-F238E27FC236}">
                <a16:creationId xmlns:a16="http://schemas.microsoft.com/office/drawing/2014/main" id="{A8025C91-408A-4147-931F-C366392684A5}"/>
              </a:ext>
            </a:extLst>
          </p:cNvPr>
          <p:cNvSpPr/>
          <p:nvPr/>
        </p:nvSpPr>
        <p:spPr>
          <a:xfrm>
            <a:off x="7194988" y="4987374"/>
            <a:ext cx="695162" cy="161935"/>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8" name="四角形: 角を丸くする 27">
            <a:extLst>
              <a:ext uri="{FF2B5EF4-FFF2-40B4-BE49-F238E27FC236}">
                <a16:creationId xmlns:a16="http://schemas.microsoft.com/office/drawing/2014/main" id="{D7939BE6-83FC-4A50-9D51-AC70CB95654D}"/>
              </a:ext>
            </a:extLst>
          </p:cNvPr>
          <p:cNvSpPr/>
          <p:nvPr/>
        </p:nvSpPr>
        <p:spPr>
          <a:xfrm>
            <a:off x="9728870" y="5966333"/>
            <a:ext cx="292500" cy="146250"/>
          </a:xfrm>
          <a:prstGeom prst="roundRect">
            <a:avLst/>
          </a:prstGeom>
          <a:solidFill>
            <a:schemeClr val="accent2">
              <a:lumMod val="20000"/>
              <a:lumOff val="80000"/>
              <a:alpha val="54000"/>
            </a:schemeClr>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29" name="四角形: 角を丸くする 28">
            <a:extLst>
              <a:ext uri="{FF2B5EF4-FFF2-40B4-BE49-F238E27FC236}">
                <a16:creationId xmlns:a16="http://schemas.microsoft.com/office/drawing/2014/main" id="{D9EFC0B3-D2D3-4121-B1B6-20415C3A5BA2}"/>
              </a:ext>
            </a:extLst>
          </p:cNvPr>
          <p:cNvSpPr/>
          <p:nvPr/>
        </p:nvSpPr>
        <p:spPr>
          <a:xfrm>
            <a:off x="9727891" y="6368973"/>
            <a:ext cx="292500" cy="146250"/>
          </a:xfrm>
          <a:prstGeom prst="roundRect">
            <a:avLst/>
          </a:prstGeom>
          <a:solidFill>
            <a:schemeClr val="accent6">
              <a:lumMod val="20000"/>
              <a:lumOff val="80000"/>
              <a:alpha val="40000"/>
            </a:schemeClr>
          </a:solidFill>
          <a:ln w="254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0" name="四角形: 角を丸くする 29">
            <a:extLst>
              <a:ext uri="{FF2B5EF4-FFF2-40B4-BE49-F238E27FC236}">
                <a16:creationId xmlns:a16="http://schemas.microsoft.com/office/drawing/2014/main" id="{5A2593BB-6163-420C-AE42-9096EC2E7AED}"/>
              </a:ext>
            </a:extLst>
          </p:cNvPr>
          <p:cNvSpPr/>
          <p:nvPr/>
        </p:nvSpPr>
        <p:spPr>
          <a:xfrm>
            <a:off x="9728870" y="5745577"/>
            <a:ext cx="292500" cy="146250"/>
          </a:xfrm>
          <a:prstGeom prst="roundRect">
            <a:avLst/>
          </a:prstGeom>
          <a:solidFill>
            <a:schemeClr val="accent2">
              <a:lumMod val="20000"/>
              <a:lumOff val="80000"/>
              <a:alpha val="50000"/>
            </a:schemeClr>
          </a:solidFill>
          <a:ln w="254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1463" dirty="0">
              <a:latin typeface="ＭＳ ゴシック" panose="020B0609070205080204" pitchFamily="49" charset="-128"/>
              <a:ea typeface="ＭＳ ゴシック" panose="020B0609070205080204" pitchFamily="49" charset="-128"/>
            </a:endParaRPr>
          </a:p>
        </p:txBody>
      </p:sp>
      <p:sp>
        <p:nvSpPr>
          <p:cNvPr id="31" name="正方形/長方形 30">
            <a:extLst>
              <a:ext uri="{FF2B5EF4-FFF2-40B4-BE49-F238E27FC236}">
                <a16:creationId xmlns:a16="http://schemas.microsoft.com/office/drawing/2014/main" id="{0E8DE39A-37E2-41F2-ACE6-C859EDE1755D}"/>
              </a:ext>
            </a:extLst>
          </p:cNvPr>
          <p:cNvSpPr/>
          <p:nvPr/>
        </p:nvSpPr>
        <p:spPr>
          <a:xfrm>
            <a:off x="9984345" y="5919339"/>
            <a:ext cx="2281894" cy="400110"/>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：ジャーナルデータ処理用</a:t>
            </a:r>
            <a:endParaRPr kumimoji="0" lang="en-US" altLang="ja-JP" sz="1000" dirty="0">
              <a:latin typeface="ＭＳ ゴシック" panose="020B0609070205080204" pitchFamily="49" charset="-128"/>
              <a:ea typeface="ＭＳ ゴシック" panose="020B0609070205080204" pitchFamily="49" charset="-128"/>
            </a:endParaRPr>
          </a:p>
          <a:p>
            <a:r>
              <a:rPr kumimoji="0" lang="ja-JP" altLang="en-US" sz="1000" dirty="0">
                <a:latin typeface="ＭＳ ゴシック" panose="020B0609070205080204" pitchFamily="49" charset="-128"/>
                <a:ea typeface="ＭＳ ゴシック" panose="020B0609070205080204" pitchFamily="49" charset="-128"/>
              </a:rPr>
              <a:t>（Ａｇｅｎｔ等無）</a:t>
            </a:r>
            <a:endParaRPr lang="ja-JP" altLang="en-US" sz="1000" dirty="0">
              <a:latin typeface="ＭＳ ゴシック" panose="020B0609070205080204" pitchFamily="49" charset="-128"/>
              <a:ea typeface="ＭＳ ゴシック" panose="020B0609070205080204" pitchFamily="49" charset="-128"/>
            </a:endParaRPr>
          </a:p>
        </p:txBody>
      </p:sp>
      <p:sp>
        <p:nvSpPr>
          <p:cNvPr id="39" name="正方形/長方形 38">
            <a:extLst>
              <a:ext uri="{FF2B5EF4-FFF2-40B4-BE49-F238E27FC236}">
                <a16:creationId xmlns:a16="http://schemas.microsoft.com/office/drawing/2014/main" id="{6FA02174-59F2-4CEC-8160-B1C027978679}"/>
              </a:ext>
            </a:extLst>
          </p:cNvPr>
          <p:cNvSpPr/>
          <p:nvPr/>
        </p:nvSpPr>
        <p:spPr>
          <a:xfrm>
            <a:off x="9983365" y="5689680"/>
            <a:ext cx="2028379" cy="246221"/>
          </a:xfrm>
          <a:prstGeom prst="rect">
            <a:avLst/>
          </a:prstGeom>
        </p:spPr>
        <p:txBody>
          <a:bodyPr wrap="square">
            <a:spAutoFit/>
          </a:bodyPr>
          <a:lstStyle/>
          <a:p>
            <a:r>
              <a:rPr kumimoji="0" lang="ja-JP" altLang="en-US" sz="1000" dirty="0">
                <a:latin typeface="ＭＳ ゴシック" panose="020B0609070205080204" pitchFamily="49" charset="-128"/>
                <a:ea typeface="ＭＳ ゴシック" panose="020B0609070205080204" pitchFamily="49" charset="-128"/>
              </a:rPr>
              <a:t>：ミラーポート開放スイッチ</a:t>
            </a:r>
            <a:endParaRPr lang="ja-JP" altLang="en-US" sz="1000" dirty="0">
              <a:latin typeface="ＭＳ ゴシック" panose="020B0609070205080204" pitchFamily="49" charset="-128"/>
              <a:ea typeface="ＭＳ ゴシック" panose="020B0609070205080204" pitchFamily="49" charset="-128"/>
            </a:endParaRPr>
          </a:p>
        </p:txBody>
      </p:sp>
      <p:sp>
        <p:nvSpPr>
          <p:cNvPr id="40" name="正方形/長方形 39">
            <a:extLst>
              <a:ext uri="{FF2B5EF4-FFF2-40B4-BE49-F238E27FC236}">
                <a16:creationId xmlns:a16="http://schemas.microsoft.com/office/drawing/2014/main" id="{24E067F6-4C5F-4443-AD84-6096D2CB2599}"/>
              </a:ext>
            </a:extLst>
          </p:cNvPr>
          <p:cNvSpPr/>
          <p:nvPr/>
        </p:nvSpPr>
        <p:spPr>
          <a:xfrm>
            <a:off x="9983365" y="6319449"/>
            <a:ext cx="1897610" cy="400110"/>
          </a:xfrm>
          <a:prstGeom prst="rect">
            <a:avLst/>
          </a:prstGeom>
        </p:spPr>
        <p:txBody>
          <a:bodyPr wrap="square">
            <a:spAutoFit/>
          </a:bodyPr>
          <a:lstStyle/>
          <a:p>
            <a:r>
              <a:rPr lang="ja-JP" altLang="en-US" sz="1000" dirty="0">
                <a:latin typeface="+mj-ea"/>
                <a:ea typeface="+mj-ea"/>
              </a:rPr>
              <a:t>：</a:t>
            </a:r>
            <a:r>
              <a:rPr kumimoji="0" lang="ja-JP" altLang="en-US" sz="1000" dirty="0">
                <a:latin typeface="ＭＳ ゴシック" panose="020B0609070205080204" pitchFamily="49" charset="-128"/>
                <a:ea typeface="ＭＳ ゴシック" panose="020B0609070205080204" pitchFamily="49" charset="-128"/>
              </a:rPr>
              <a:t>ジャーナルデータ処理用</a:t>
            </a:r>
            <a:endParaRPr kumimoji="0" lang="en-US" altLang="ja-JP" sz="1000" dirty="0">
              <a:latin typeface="ＭＳ ゴシック" panose="020B0609070205080204" pitchFamily="49" charset="-128"/>
              <a:ea typeface="ＭＳ ゴシック" panose="020B0609070205080204" pitchFamily="49" charset="-128"/>
            </a:endParaRPr>
          </a:p>
          <a:p>
            <a:r>
              <a:rPr kumimoji="0" lang="ja-JP" altLang="en-US" sz="1000" dirty="0">
                <a:latin typeface="ＭＳ ゴシック" panose="020B0609070205080204" pitchFamily="49" charset="-128"/>
                <a:ea typeface="ＭＳ ゴシック" panose="020B0609070205080204" pitchFamily="49" charset="-128"/>
              </a:rPr>
              <a:t>（Ａｇｅｎｔ等有）</a:t>
            </a:r>
            <a:endParaRPr lang="ja-JP" altLang="en-US" sz="1000" dirty="0">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3399692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 15">
            <a:extLst>
              <a:ext uri="{FF2B5EF4-FFF2-40B4-BE49-F238E27FC236}">
                <a16:creationId xmlns:a16="http://schemas.microsoft.com/office/drawing/2014/main" id="{244EA2B6-3557-491E-A995-0F70991B7A38}"/>
              </a:ext>
            </a:extLst>
          </p:cNvPr>
          <p:cNvGraphicFramePr>
            <a:graphicFrameLocks noGrp="1"/>
          </p:cNvGraphicFramePr>
          <p:nvPr>
            <p:extLst/>
          </p:nvPr>
        </p:nvGraphicFramePr>
        <p:xfrm>
          <a:off x="255099" y="740160"/>
          <a:ext cx="11601897" cy="6041804"/>
        </p:xfrm>
        <a:graphic>
          <a:graphicData uri="http://schemas.openxmlformats.org/drawingml/2006/table">
            <a:tbl>
              <a:tblPr firstRow="1" bandRow="1">
                <a:tableStyleId>{5940675A-B579-460E-94D1-54222C63F5DA}</a:tableStyleId>
              </a:tblPr>
              <a:tblGrid>
                <a:gridCol w="205303">
                  <a:extLst>
                    <a:ext uri="{9D8B030D-6E8A-4147-A177-3AD203B41FA5}">
                      <a16:colId xmlns:a16="http://schemas.microsoft.com/office/drawing/2014/main" val="358376536"/>
                    </a:ext>
                  </a:extLst>
                </a:gridCol>
                <a:gridCol w="245017">
                  <a:extLst>
                    <a:ext uri="{9D8B030D-6E8A-4147-A177-3AD203B41FA5}">
                      <a16:colId xmlns:a16="http://schemas.microsoft.com/office/drawing/2014/main" val="398147713"/>
                    </a:ext>
                  </a:extLst>
                </a:gridCol>
                <a:gridCol w="245017">
                  <a:extLst>
                    <a:ext uri="{9D8B030D-6E8A-4147-A177-3AD203B41FA5}">
                      <a16:colId xmlns:a16="http://schemas.microsoft.com/office/drawing/2014/main" val="3575208166"/>
                    </a:ext>
                  </a:extLst>
                </a:gridCol>
                <a:gridCol w="454440">
                  <a:extLst>
                    <a:ext uri="{9D8B030D-6E8A-4147-A177-3AD203B41FA5}">
                      <a16:colId xmlns:a16="http://schemas.microsoft.com/office/drawing/2014/main" val="2798516088"/>
                    </a:ext>
                  </a:extLst>
                </a:gridCol>
                <a:gridCol w="454440">
                  <a:extLst>
                    <a:ext uri="{9D8B030D-6E8A-4147-A177-3AD203B41FA5}">
                      <a16:colId xmlns:a16="http://schemas.microsoft.com/office/drawing/2014/main" val="4108656225"/>
                    </a:ext>
                  </a:extLst>
                </a:gridCol>
                <a:gridCol w="454440">
                  <a:extLst>
                    <a:ext uri="{9D8B030D-6E8A-4147-A177-3AD203B41FA5}">
                      <a16:colId xmlns:a16="http://schemas.microsoft.com/office/drawing/2014/main" val="2505110748"/>
                    </a:ext>
                  </a:extLst>
                </a:gridCol>
                <a:gridCol w="454440">
                  <a:extLst>
                    <a:ext uri="{9D8B030D-6E8A-4147-A177-3AD203B41FA5}">
                      <a16:colId xmlns:a16="http://schemas.microsoft.com/office/drawing/2014/main" val="3051212517"/>
                    </a:ext>
                  </a:extLst>
                </a:gridCol>
                <a:gridCol w="454440">
                  <a:extLst>
                    <a:ext uri="{9D8B030D-6E8A-4147-A177-3AD203B41FA5}">
                      <a16:colId xmlns:a16="http://schemas.microsoft.com/office/drawing/2014/main" val="3445595040"/>
                    </a:ext>
                  </a:extLst>
                </a:gridCol>
                <a:gridCol w="454440">
                  <a:extLst>
                    <a:ext uri="{9D8B030D-6E8A-4147-A177-3AD203B41FA5}">
                      <a16:colId xmlns:a16="http://schemas.microsoft.com/office/drawing/2014/main" val="4144573520"/>
                    </a:ext>
                  </a:extLst>
                </a:gridCol>
                <a:gridCol w="454440">
                  <a:extLst>
                    <a:ext uri="{9D8B030D-6E8A-4147-A177-3AD203B41FA5}">
                      <a16:colId xmlns:a16="http://schemas.microsoft.com/office/drawing/2014/main" val="2879145311"/>
                    </a:ext>
                  </a:extLst>
                </a:gridCol>
                <a:gridCol w="454440">
                  <a:extLst>
                    <a:ext uri="{9D8B030D-6E8A-4147-A177-3AD203B41FA5}">
                      <a16:colId xmlns:a16="http://schemas.microsoft.com/office/drawing/2014/main" val="158556028"/>
                    </a:ext>
                  </a:extLst>
                </a:gridCol>
                <a:gridCol w="454440">
                  <a:extLst>
                    <a:ext uri="{9D8B030D-6E8A-4147-A177-3AD203B41FA5}">
                      <a16:colId xmlns:a16="http://schemas.microsoft.com/office/drawing/2014/main" val="2191339029"/>
                    </a:ext>
                  </a:extLst>
                </a:gridCol>
                <a:gridCol w="454440">
                  <a:extLst>
                    <a:ext uri="{9D8B030D-6E8A-4147-A177-3AD203B41FA5}">
                      <a16:colId xmlns:a16="http://schemas.microsoft.com/office/drawing/2014/main" val="1711258561"/>
                    </a:ext>
                  </a:extLst>
                </a:gridCol>
                <a:gridCol w="454440">
                  <a:extLst>
                    <a:ext uri="{9D8B030D-6E8A-4147-A177-3AD203B41FA5}">
                      <a16:colId xmlns:a16="http://schemas.microsoft.com/office/drawing/2014/main" val="4291533081"/>
                    </a:ext>
                  </a:extLst>
                </a:gridCol>
                <a:gridCol w="454440">
                  <a:extLst>
                    <a:ext uri="{9D8B030D-6E8A-4147-A177-3AD203B41FA5}">
                      <a16:colId xmlns:a16="http://schemas.microsoft.com/office/drawing/2014/main" val="2439254253"/>
                    </a:ext>
                  </a:extLst>
                </a:gridCol>
                <a:gridCol w="454440">
                  <a:extLst>
                    <a:ext uri="{9D8B030D-6E8A-4147-A177-3AD203B41FA5}">
                      <a16:colId xmlns:a16="http://schemas.microsoft.com/office/drawing/2014/main" val="2732842106"/>
                    </a:ext>
                  </a:extLst>
                </a:gridCol>
                <a:gridCol w="454440">
                  <a:extLst>
                    <a:ext uri="{9D8B030D-6E8A-4147-A177-3AD203B41FA5}">
                      <a16:colId xmlns:a16="http://schemas.microsoft.com/office/drawing/2014/main" val="2660277260"/>
                    </a:ext>
                  </a:extLst>
                </a:gridCol>
                <a:gridCol w="454440">
                  <a:extLst>
                    <a:ext uri="{9D8B030D-6E8A-4147-A177-3AD203B41FA5}">
                      <a16:colId xmlns:a16="http://schemas.microsoft.com/office/drawing/2014/main" val="1991817877"/>
                    </a:ext>
                  </a:extLst>
                </a:gridCol>
                <a:gridCol w="454440">
                  <a:extLst>
                    <a:ext uri="{9D8B030D-6E8A-4147-A177-3AD203B41FA5}">
                      <a16:colId xmlns:a16="http://schemas.microsoft.com/office/drawing/2014/main" val="2233750928"/>
                    </a:ext>
                  </a:extLst>
                </a:gridCol>
                <a:gridCol w="454440">
                  <a:extLst>
                    <a:ext uri="{9D8B030D-6E8A-4147-A177-3AD203B41FA5}">
                      <a16:colId xmlns:a16="http://schemas.microsoft.com/office/drawing/2014/main" val="4216441844"/>
                    </a:ext>
                  </a:extLst>
                </a:gridCol>
                <a:gridCol w="454440">
                  <a:extLst>
                    <a:ext uri="{9D8B030D-6E8A-4147-A177-3AD203B41FA5}">
                      <a16:colId xmlns:a16="http://schemas.microsoft.com/office/drawing/2014/main" val="1978484090"/>
                    </a:ext>
                  </a:extLst>
                </a:gridCol>
                <a:gridCol w="454440">
                  <a:extLst>
                    <a:ext uri="{9D8B030D-6E8A-4147-A177-3AD203B41FA5}">
                      <a16:colId xmlns:a16="http://schemas.microsoft.com/office/drawing/2014/main" val="2094036046"/>
                    </a:ext>
                  </a:extLst>
                </a:gridCol>
                <a:gridCol w="454440">
                  <a:extLst>
                    <a:ext uri="{9D8B030D-6E8A-4147-A177-3AD203B41FA5}">
                      <a16:colId xmlns:a16="http://schemas.microsoft.com/office/drawing/2014/main" val="3368665011"/>
                    </a:ext>
                  </a:extLst>
                </a:gridCol>
                <a:gridCol w="454440">
                  <a:extLst>
                    <a:ext uri="{9D8B030D-6E8A-4147-A177-3AD203B41FA5}">
                      <a16:colId xmlns:a16="http://schemas.microsoft.com/office/drawing/2014/main" val="1663509814"/>
                    </a:ext>
                  </a:extLst>
                </a:gridCol>
                <a:gridCol w="454440">
                  <a:extLst>
                    <a:ext uri="{9D8B030D-6E8A-4147-A177-3AD203B41FA5}">
                      <a16:colId xmlns:a16="http://schemas.microsoft.com/office/drawing/2014/main" val="295050513"/>
                    </a:ext>
                  </a:extLst>
                </a:gridCol>
                <a:gridCol w="454440">
                  <a:extLst>
                    <a:ext uri="{9D8B030D-6E8A-4147-A177-3AD203B41FA5}">
                      <a16:colId xmlns:a16="http://schemas.microsoft.com/office/drawing/2014/main" val="408508976"/>
                    </a:ext>
                  </a:extLst>
                </a:gridCol>
                <a:gridCol w="454440">
                  <a:extLst>
                    <a:ext uri="{9D8B030D-6E8A-4147-A177-3AD203B41FA5}">
                      <a16:colId xmlns:a16="http://schemas.microsoft.com/office/drawing/2014/main" val="1896976867"/>
                    </a:ext>
                  </a:extLst>
                </a:gridCol>
              </a:tblGrid>
              <a:tr h="363496">
                <a:tc gridSpan="3">
                  <a:txBody>
                    <a:bodyPr/>
                    <a:lstStyle/>
                    <a:p>
                      <a:pPr algn="ctr"/>
                      <a:r>
                        <a:rPr kumimoji="1" lang="ja-JP" altLang="en-US" sz="1400" b="0" i="0" dirty="0">
                          <a:latin typeface="+mj-ea"/>
                          <a:ea typeface="+mj-ea"/>
                        </a:rPr>
                        <a:t>月</a:t>
                      </a:r>
                    </a:p>
                  </a:txBody>
                  <a:tcPr marL="33231" marR="33231" marT="33231" marB="33231" anchor="ctr">
                    <a:solidFill>
                      <a:schemeClr val="accent5">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gridSpan="20">
                  <a:txBody>
                    <a:bodyPr/>
                    <a:lstStyle/>
                    <a:p>
                      <a:pPr algn="ctr"/>
                      <a:r>
                        <a:rPr kumimoji="1" lang="ja-JP" altLang="en-US" sz="1400" dirty="0"/>
                        <a:t>３月</a:t>
                      </a:r>
                    </a:p>
                  </a:txBody>
                  <a:tcPr anchor="ctr">
                    <a:solidFill>
                      <a:schemeClr val="accent1">
                        <a:lumMod val="20000"/>
                        <a:lumOff val="80000"/>
                      </a:schemeClr>
                    </a:solidFill>
                  </a:tcP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pPr algn="ctr"/>
                      <a:endParaRPr kumimoji="1" lang="ja-JP" altLang="en-US" sz="1400" b="1" dirty="0">
                        <a:latin typeface="+mj-ea"/>
                        <a:ea typeface="+mj-ea"/>
                      </a:endParaRPr>
                    </a:p>
                  </a:txBody>
                  <a:tcPr anchor="ctr"/>
                </a:tc>
                <a:tc hMerge="1">
                  <a:txBody>
                    <a:bodyPr/>
                    <a:lstStyle/>
                    <a:p>
                      <a:pPr algn="ctr"/>
                      <a:endParaRPr kumimoji="1" lang="ja-JP" altLang="en-US" sz="1400" b="1" dirty="0">
                        <a:latin typeface="+mj-ea"/>
                        <a:ea typeface="+mj-ea"/>
                      </a:endParaRPr>
                    </a:p>
                  </a:txBody>
                  <a:tcPr anchor="ct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gridSpan="4">
                  <a:txBody>
                    <a:bodyPr/>
                    <a:lstStyle/>
                    <a:p>
                      <a:pPr algn="ctr"/>
                      <a:r>
                        <a:rPr kumimoji="1" lang="ja-JP" altLang="en-US" sz="1400" b="1" dirty="0">
                          <a:latin typeface="+mj-ea"/>
                          <a:ea typeface="+mj-ea"/>
                        </a:rPr>
                        <a:t>４月</a:t>
                      </a:r>
                    </a:p>
                  </a:txBody>
                  <a:tcPr anchor="ctr">
                    <a:solidFill>
                      <a:schemeClr val="accent1">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extLst>
                  <a:ext uri="{0D108BD9-81ED-4DB2-BD59-A6C34878D82A}">
                    <a16:rowId xmlns:a16="http://schemas.microsoft.com/office/drawing/2014/main" val="3068638112"/>
                  </a:ext>
                </a:extLst>
              </a:tr>
              <a:tr h="333707">
                <a:tc gridSpan="3">
                  <a:txBody>
                    <a:bodyPr/>
                    <a:lstStyle/>
                    <a:p>
                      <a:pPr algn="ctr"/>
                      <a:r>
                        <a:rPr kumimoji="1" lang="ja-JP" altLang="en-US" sz="1400" b="0" i="0" dirty="0">
                          <a:latin typeface="+mj-ea"/>
                          <a:ea typeface="+mj-ea"/>
                        </a:rPr>
                        <a:t>日</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en-US" altLang="ja-JP" sz="1400" b="1" dirty="0">
                          <a:latin typeface="+mj-ea"/>
                          <a:ea typeface="+mj-ea"/>
                        </a:rPr>
                        <a:t>12</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14</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15</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16</a:t>
                      </a:r>
                      <a:endParaRPr kumimoji="1" lang="ja-JP" altLang="en-US" sz="1400" b="1" dirty="0">
                        <a:latin typeface="+mj-ea"/>
                        <a:ea typeface="+mj-ea"/>
                      </a:endParaRPr>
                    </a:p>
                  </a:txBody>
                  <a:tcPr marL="33231" marR="33231" marT="33231" marB="33231" anchor="ctr">
                    <a:noFill/>
                  </a:tcPr>
                </a:tc>
                <a:tc>
                  <a:txBody>
                    <a:bodyPr/>
                    <a:lstStyle/>
                    <a:p>
                      <a:pPr algn="ctr"/>
                      <a:r>
                        <a:rPr kumimoji="1" lang="en-US" altLang="ja-JP" sz="1400" b="1" dirty="0">
                          <a:latin typeface="+mj-ea"/>
                          <a:ea typeface="+mj-ea"/>
                        </a:rPr>
                        <a:t>17</a:t>
                      </a:r>
                      <a:endParaRPr kumimoji="1" lang="ja-JP" altLang="en-US" sz="1400" b="1" dirty="0">
                        <a:latin typeface="+mj-ea"/>
                        <a:ea typeface="+mj-ea"/>
                      </a:endParaRPr>
                    </a:p>
                  </a:txBody>
                  <a:tcPr marL="33231" marR="33231" marT="33231" marB="33231" anchor="ctr">
                    <a:noFill/>
                  </a:tcPr>
                </a:tc>
                <a:tc>
                  <a:txBody>
                    <a:bodyPr/>
                    <a:lstStyle/>
                    <a:p>
                      <a:pPr algn="ctr"/>
                      <a:r>
                        <a:rPr kumimoji="1" lang="en-US" altLang="ja-JP" sz="1400" b="1" dirty="0">
                          <a:latin typeface="+mj-ea"/>
                          <a:ea typeface="+mj-ea"/>
                        </a:rPr>
                        <a:t>18</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19</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20</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21</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22</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24</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25</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26</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27</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28</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29</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30</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31</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4</a:t>
                      </a:r>
                      <a:endParaRPr kumimoji="1" lang="ja-JP" altLang="en-US" sz="1400" b="1" dirty="0">
                        <a:latin typeface="+mj-ea"/>
                        <a:ea typeface="+mj-ea"/>
                      </a:endParaRPr>
                    </a:p>
                  </a:txBody>
                  <a:tcPr marL="33231" marR="33231" marT="33231" marB="33231" anchor="ctr"/>
                </a:tc>
                <a:extLst>
                  <a:ext uri="{0D108BD9-81ED-4DB2-BD59-A6C34878D82A}">
                    <a16:rowId xmlns:a16="http://schemas.microsoft.com/office/drawing/2014/main" val="1573806315"/>
                  </a:ext>
                </a:extLst>
              </a:tr>
              <a:tr h="333707">
                <a:tc gridSpan="3">
                  <a:txBody>
                    <a:bodyPr/>
                    <a:lstStyle/>
                    <a:p>
                      <a:pPr algn="ctr"/>
                      <a:r>
                        <a:rPr kumimoji="1" lang="ja-JP" altLang="en-US" sz="1400" b="0" i="0" dirty="0">
                          <a:latin typeface="+mj-ea"/>
                          <a:ea typeface="+mj-ea"/>
                        </a:rPr>
                        <a:t>曜</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noFill/>
                  </a:tcPr>
                </a:tc>
                <a:tc>
                  <a:txBody>
                    <a:bodyPr/>
                    <a:lstStyle/>
                    <a:p>
                      <a:pPr algn="ctr"/>
                      <a:r>
                        <a:rPr kumimoji="1" lang="ja-JP" altLang="en-US" sz="1400" b="1" dirty="0">
                          <a:latin typeface="+mj-ea"/>
                          <a:ea typeface="+mj-ea"/>
                        </a:rPr>
                        <a:t>火</a:t>
                      </a:r>
                    </a:p>
                  </a:txBody>
                  <a:tcPr marL="33231" marR="33231" marT="33231" marB="33231" anchor="ctr">
                    <a:noFill/>
                  </a:tcP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solidFill>
                      <a:srgbClr val="FFCCFF"/>
                    </a:solidFill>
                  </a:tcP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tc>
                <a:tc>
                  <a:txBody>
                    <a:bodyPr/>
                    <a:lstStyle/>
                    <a:p>
                      <a:pPr algn="ctr"/>
                      <a:r>
                        <a:rPr kumimoji="1" lang="ja-JP" altLang="en-US" sz="1400" b="1" dirty="0">
                          <a:latin typeface="+mj-ea"/>
                          <a:ea typeface="+mj-ea"/>
                        </a:rPr>
                        <a:t>火</a:t>
                      </a:r>
                    </a:p>
                  </a:txBody>
                  <a:tcPr marL="33231" marR="33231" marT="33231" marB="33231" anchor="ct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tc>
                <a:tc>
                  <a:txBody>
                    <a:bodyPr/>
                    <a:lstStyle/>
                    <a:p>
                      <a:pPr algn="ctr"/>
                      <a:r>
                        <a:rPr kumimoji="1" lang="ja-JP" altLang="en-US" sz="1400" b="1" dirty="0">
                          <a:latin typeface="+mj-ea"/>
                          <a:ea typeface="+mj-ea"/>
                        </a:rPr>
                        <a:t>火</a:t>
                      </a:r>
                    </a:p>
                  </a:txBody>
                  <a:tcPr marL="33231" marR="33231" marT="33231" marB="33231" anchor="ct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tc>
                <a:extLst>
                  <a:ext uri="{0D108BD9-81ED-4DB2-BD59-A6C34878D82A}">
                    <a16:rowId xmlns:a16="http://schemas.microsoft.com/office/drawing/2014/main" val="2219133901"/>
                  </a:ext>
                </a:extLst>
              </a:tr>
              <a:tr h="525873">
                <a:tc gridSpan="3">
                  <a:txBody>
                    <a:bodyPr/>
                    <a:lstStyle/>
                    <a:p>
                      <a:pPr algn="ctr"/>
                      <a:r>
                        <a:rPr kumimoji="1" lang="ja-JP" altLang="en-US" sz="1400" b="0" i="0" dirty="0">
                          <a:latin typeface="+mj-ea"/>
                          <a:ea typeface="+mj-ea"/>
                        </a:rPr>
                        <a:t>全般</a:t>
                      </a:r>
                      <a:endParaRPr kumimoji="1" lang="en-US" altLang="ja-JP" sz="1400" b="0" i="0" dirty="0">
                        <a:latin typeface="+mj-ea"/>
                        <a:ea typeface="+mj-ea"/>
                      </a:endParaRPr>
                    </a:p>
                    <a:p>
                      <a:pPr algn="ctr"/>
                      <a:r>
                        <a:rPr kumimoji="1" lang="ja-JP" altLang="en-US" sz="1400" b="0" i="0" dirty="0">
                          <a:latin typeface="+mj-ea"/>
                          <a:ea typeface="+mj-ea"/>
                        </a:rPr>
                        <a:t>日程</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r>
                        <a:rPr kumimoji="1" lang="ja-JP" altLang="en-US" sz="1400" dirty="0">
                          <a:latin typeface="+mj-ea"/>
                          <a:ea typeface="+mj-ea"/>
                        </a:rPr>
                        <a:t>基地停電</a:t>
                      </a:r>
                    </a:p>
                  </a:txBody>
                  <a:tcPr marL="33231" marR="33231" marT="33231" marB="33231" anchor="ctr">
                    <a:solidFill>
                      <a:srgbClr val="FFCCFF"/>
                    </a:solidFill>
                  </a:tcPr>
                </a:tc>
                <a:tc>
                  <a:txBody>
                    <a:bodyPr/>
                    <a:lstStyle/>
                    <a:p>
                      <a:r>
                        <a:rPr kumimoji="1" lang="ja-JP" altLang="en-US" sz="1400" dirty="0">
                          <a:latin typeface="+mj-ea"/>
                          <a:ea typeface="+mj-ea"/>
                        </a:rPr>
                        <a:t>停電予備</a:t>
                      </a:r>
                    </a:p>
                  </a:txBody>
                  <a:tcPr marL="33231" marR="33231" marT="33231" marB="33231" anchor="ctr">
                    <a:solidFill>
                      <a:srgbClr val="FFCCFF"/>
                    </a:solidFill>
                  </a:tcPr>
                </a:tc>
                <a:tc gridSpan="3">
                  <a:txBody>
                    <a:bodyPr/>
                    <a:lstStyle/>
                    <a:p>
                      <a:pPr algn="ctr"/>
                      <a:r>
                        <a:rPr kumimoji="1" lang="ja-JP" altLang="en-US" sz="1400" dirty="0">
                          <a:latin typeface="+mj-ea"/>
                          <a:ea typeface="+mj-ea"/>
                        </a:rPr>
                        <a:t>事前準備</a:t>
                      </a:r>
                    </a:p>
                  </a:txBody>
                  <a:tcPr marL="33231" marR="33231" marT="33231" marB="33231" anchor="ctr">
                    <a:solidFill>
                      <a:schemeClr val="bg1">
                        <a:lumMod val="85000"/>
                      </a:schemeClr>
                    </a:solidFill>
                  </a:tcPr>
                </a:tc>
                <a:tc hMerge="1">
                  <a:txBody>
                    <a:bodyPr/>
                    <a:lstStyle/>
                    <a:p>
                      <a:endParaRPr kumimoji="1" lang="ja-JP" altLang="en-US" sz="1400" dirty="0">
                        <a:latin typeface="+mj-ea"/>
                        <a:ea typeface="+mj-ea"/>
                      </a:endParaRPr>
                    </a:p>
                  </a:txBody>
                  <a:tcPr marL="33231" marR="33231" marT="33231" marB="33231" anchor="ctr">
                    <a:noFill/>
                  </a:tcPr>
                </a:tc>
                <a:tc hMerge="1">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r>
                        <a:rPr kumimoji="1" lang="ja-JP" altLang="en-US" sz="1400" dirty="0">
                          <a:latin typeface="+mj-ea"/>
                          <a:ea typeface="+mj-ea"/>
                        </a:rPr>
                        <a:t>代替準備</a:t>
                      </a:r>
                    </a:p>
                  </a:txBody>
                  <a:tcPr marL="33231" marR="33231" marT="33231" marB="33231" anchor="ctr">
                    <a:solidFill>
                      <a:srgbClr val="FFCCFF"/>
                    </a:solidFill>
                  </a:tcPr>
                </a:tc>
                <a:tc>
                  <a:txBody>
                    <a:bodyPr/>
                    <a:lstStyle/>
                    <a:p>
                      <a:r>
                        <a:rPr kumimoji="1" lang="ja-JP" altLang="en-US" sz="1400" dirty="0">
                          <a:latin typeface="+mj-ea"/>
                          <a:ea typeface="+mj-ea"/>
                        </a:rPr>
                        <a:t>代替運用</a:t>
                      </a:r>
                    </a:p>
                  </a:txBody>
                  <a:tcPr marL="33231" marR="33231" marT="33231" marB="33231" anchor="ctr">
                    <a:solidFill>
                      <a:srgbClr val="FFCCFF"/>
                    </a:solidFill>
                  </a:tcPr>
                </a:tc>
                <a:tc>
                  <a:txBody>
                    <a:bodyPr/>
                    <a:lstStyle/>
                    <a:p>
                      <a:r>
                        <a:rPr kumimoji="1" lang="ja-JP" altLang="en-US" sz="1400" dirty="0">
                          <a:latin typeface="+mj-ea"/>
                          <a:ea typeface="+mj-ea"/>
                        </a:rPr>
                        <a:t>事前準備</a:t>
                      </a:r>
                    </a:p>
                  </a:txBody>
                  <a:tcPr marL="33231" marR="33231" marT="33231" marB="33231" anchor="ctr">
                    <a:solidFill>
                      <a:schemeClr val="bg1">
                        <a:lumMod val="85000"/>
                      </a:schemeClr>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1666840360"/>
                  </a:ext>
                </a:extLst>
              </a:tr>
              <a:tr h="514029">
                <a:tc gridSpan="3">
                  <a:txBody>
                    <a:bodyPr/>
                    <a:lstStyle/>
                    <a:p>
                      <a:pPr algn="ctr"/>
                      <a:r>
                        <a:rPr kumimoji="1" lang="ja-JP" altLang="en-US" sz="1200" b="0" i="0" dirty="0">
                          <a:latin typeface="+mj-ea"/>
                          <a:ea typeface="+mj-ea"/>
                        </a:rPr>
                        <a:t>総括班</a:t>
                      </a:r>
                      <a:endParaRPr kumimoji="1" lang="en-US" altLang="ja-JP" sz="1200" b="0" i="0" dirty="0">
                        <a:latin typeface="+mj-ea"/>
                        <a:ea typeface="+mj-ea"/>
                      </a:endParaRP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385692563"/>
                  </a:ext>
                </a:extLst>
              </a:tr>
              <a:tr h="896738">
                <a:tc rowSpan="6">
                  <a:txBody>
                    <a:bodyPr/>
                    <a:lstStyle/>
                    <a:p>
                      <a:pPr algn="ctr"/>
                      <a:r>
                        <a:rPr kumimoji="1" lang="ja-JP" altLang="en-US" sz="1200" b="0" i="0" dirty="0">
                          <a:latin typeface="+mj-ea"/>
                          <a:ea typeface="+mj-ea"/>
                        </a:rPr>
                        <a:t>ＣＰＴ</a:t>
                      </a:r>
                      <a:endParaRPr kumimoji="1" lang="en-US" altLang="ja-JP" sz="1200" b="0" i="0" dirty="0">
                        <a:latin typeface="+mj-ea"/>
                        <a:ea typeface="+mj-ea"/>
                      </a:endParaRPr>
                    </a:p>
                  </a:txBody>
                  <a:tcPr marL="33231" marR="33231" marT="33231" marB="33231" vert="eaVert" anchor="ctr">
                    <a:lnR w="12700" cap="flat" cmpd="sng" algn="ctr">
                      <a:solidFill>
                        <a:schemeClr val="tx1"/>
                      </a:solidFill>
                      <a:prstDash val="solid"/>
                      <a:round/>
                      <a:headEnd type="none" w="med" len="med"/>
                      <a:tailEnd type="none" w="med" len="med"/>
                    </a:lnR>
                    <a:solidFill>
                      <a:srgbClr val="FFFFCC"/>
                    </a:solidFill>
                  </a:tcPr>
                </a:tc>
                <a:tc gridSpan="2">
                  <a:txBody>
                    <a:bodyPr/>
                    <a:lstStyle/>
                    <a:p>
                      <a:pPr algn="ctr"/>
                      <a:r>
                        <a:rPr kumimoji="1" lang="ja-JP" altLang="en-US" sz="900" b="0" i="0" dirty="0">
                          <a:latin typeface="+mj-ea"/>
                          <a:ea typeface="+mj-ea"/>
                        </a:rPr>
                        <a:t>チームリーダー</a:t>
                      </a:r>
                      <a:endParaRPr kumimoji="1" lang="en-US" altLang="ja-JP" sz="900" b="0" i="0" dirty="0">
                        <a:latin typeface="+mj-ea"/>
                        <a:ea typeface="+mj-ea"/>
                      </a:endParaRP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646334874"/>
                  </a:ext>
                </a:extLst>
              </a:tr>
              <a:tr h="776201">
                <a:tc vMerge="1">
                  <a:txBody>
                    <a:bodyPr/>
                    <a:lstStyle/>
                    <a:p>
                      <a:endParaRPr kumimoji="1" lang="ja-JP" altLang="en-US"/>
                    </a:p>
                  </a:txBody>
                  <a:tcPr/>
                </a:tc>
                <a:tc gridSpan="2">
                  <a:txBody>
                    <a:bodyPr/>
                    <a:lstStyle/>
                    <a:p>
                      <a:pPr algn="ctr"/>
                      <a:r>
                        <a:rPr kumimoji="1" lang="ja-JP" altLang="en-US" sz="1000" b="0" i="0" dirty="0">
                          <a:latin typeface="+mj-ea"/>
                          <a:ea typeface="+mj-ea"/>
                        </a:rPr>
                        <a:t>テックリーダー</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97843370"/>
                  </a:ext>
                </a:extLst>
              </a:tr>
              <a:tr h="609803">
                <a:tc vMerge="1">
                  <a:txBody>
                    <a:bodyPr/>
                    <a:lstStyle/>
                    <a:p>
                      <a:pPr algn="ctr"/>
                      <a:endParaRPr kumimoji="1" lang="ja-JP" altLang="en-US" sz="1400" b="1" dirty="0">
                        <a:latin typeface="+mj-ea"/>
                        <a:ea typeface="+mj-ea"/>
                      </a:endParaRPr>
                    </a:p>
                  </a:txBody>
                  <a:tcPr marL="33231" marR="33231" marT="33231" marB="33231" anchor="ctr">
                    <a:lnR w="12700" cap="flat" cmpd="sng" algn="ctr">
                      <a:solidFill>
                        <a:schemeClr val="tx1"/>
                      </a:solidFill>
                      <a:prstDash val="solid"/>
                      <a:round/>
                      <a:headEnd type="none" w="med" len="med"/>
                      <a:tailEnd type="none" w="med" len="med"/>
                    </a:lnR>
                    <a:solidFill>
                      <a:srgbClr val="FFFFCC"/>
                    </a:solidFill>
                  </a:tcPr>
                </a:tc>
                <a:tc rowSpan="3">
                  <a:txBody>
                    <a:bodyPr/>
                    <a:lstStyle/>
                    <a:p>
                      <a:pPr algn="ctr"/>
                      <a:r>
                        <a:rPr kumimoji="1" lang="ja-JP" altLang="en-US" sz="1000" b="0" i="0" dirty="0">
                          <a:latin typeface="+mj-ea"/>
                          <a:ea typeface="+mj-ea"/>
                        </a:rPr>
                        <a:t>アナリスト</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a:txBody>
                    <a:bodyPr/>
                    <a:lstStyle/>
                    <a:p>
                      <a:pPr algn="ctr"/>
                      <a:r>
                        <a:rPr kumimoji="1" lang="en-US" altLang="ja-JP" sz="1000" b="0" i="0" dirty="0">
                          <a:latin typeface="+mj-ea"/>
                          <a:ea typeface="+mj-ea"/>
                        </a:rPr>
                        <a:t>Gp1</a:t>
                      </a:r>
                    </a:p>
                  </a:txBody>
                  <a:tcPr marL="0" marR="0" marT="33231" marB="33231" anchor="ctr">
                    <a:solidFill>
                      <a:srgbClr val="FFFFCC"/>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82854802"/>
                  </a:ext>
                </a:extLst>
              </a:tr>
              <a:tr h="616281">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00" b="0" i="0" dirty="0">
                          <a:latin typeface="+mj-ea"/>
                          <a:ea typeface="+mj-ea"/>
                        </a:rPr>
                        <a:t>Gp2</a:t>
                      </a:r>
                    </a:p>
                  </a:txBody>
                  <a:tcPr marL="0" marR="0" marT="33231" marB="33231" anchor="ctr">
                    <a:solidFill>
                      <a:srgbClr val="FFFFCC"/>
                    </a:solidFill>
                  </a:tcPr>
                </a:tc>
                <a:tc>
                  <a:txBody>
                    <a:bodyPr/>
                    <a:lstStyle/>
                    <a:p>
                      <a:endParaRPr kumimoji="1" lang="ja-JP" altLang="en-US" dirty="0"/>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739469348"/>
                  </a:ext>
                </a:extLst>
              </a:tr>
              <a:tr h="584463">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00" b="0" i="0" dirty="0">
                          <a:latin typeface="+mj-ea"/>
                          <a:ea typeface="+mj-ea"/>
                        </a:rPr>
                        <a:t>Gp3</a:t>
                      </a:r>
                    </a:p>
                  </a:txBody>
                  <a:tcPr marL="0" marR="0" marT="33231" marB="33231" anchor="ctr">
                    <a:solidFill>
                      <a:srgbClr val="FFFFCC"/>
                    </a:solidFill>
                  </a:tcPr>
                </a:tc>
                <a:tc>
                  <a:txBody>
                    <a:bodyPr/>
                    <a:lstStyle/>
                    <a:p>
                      <a:endParaRPr kumimoji="1" lang="ja-JP" altLang="en-US" dirty="0"/>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noFill/>
                  </a:tcPr>
                </a:tc>
                <a:tc>
                  <a:txBody>
                    <a:bodyPr/>
                    <a:lstStyle/>
                    <a:p>
                      <a:endParaRPr kumimoji="1" lang="ja-JP" altLang="en-US"/>
                    </a:p>
                  </a:txBody>
                  <a:tcPr marL="33231" marR="33231" marT="33231" marB="33231" anchor="ctr">
                    <a:noFill/>
                  </a:tcP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dirty="0"/>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dirty="0"/>
                    </a:p>
                  </a:txBody>
                  <a:tcPr marL="33231" marR="33231" marT="33231" marB="33231" anchor="ctr"/>
                </a:tc>
                <a:extLst>
                  <a:ext uri="{0D108BD9-81ED-4DB2-BD59-A6C34878D82A}">
                    <a16:rowId xmlns:a16="http://schemas.microsoft.com/office/drawing/2014/main" val="3704448130"/>
                  </a:ext>
                </a:extLst>
              </a:tr>
              <a:tr h="487506">
                <a:tc vMerge="1">
                  <a:txBody>
                    <a:bodyPr/>
                    <a:lstStyle/>
                    <a:p>
                      <a:pPr algn="ctr"/>
                      <a:endParaRPr kumimoji="1" lang="ja-JP" altLang="en-US" sz="1400" b="1" dirty="0">
                        <a:latin typeface="+mj-ea"/>
                        <a:ea typeface="+mj-ea"/>
                      </a:endParaRPr>
                    </a:p>
                  </a:txBody>
                  <a:tcPr marL="33231" marR="33231" marT="33231" marB="33231" anchor="ctr">
                    <a:lnR w="12700" cap="flat" cmpd="sng" algn="ctr">
                      <a:solidFill>
                        <a:schemeClr val="tx1"/>
                      </a:solidFill>
                      <a:prstDash val="solid"/>
                      <a:round/>
                      <a:headEnd type="none" w="med" len="med"/>
                      <a:tailEnd type="none" w="med" len="med"/>
                    </a:lnR>
                    <a:solidFill>
                      <a:srgbClr val="FFFFCC"/>
                    </a:solidFill>
                  </a:tcPr>
                </a:tc>
                <a:tc gridSpan="2">
                  <a:txBody>
                    <a:bodyPr/>
                    <a:lstStyle/>
                    <a:p>
                      <a:pPr algn="ctr"/>
                      <a:r>
                        <a:rPr kumimoji="1" lang="ja-JP" altLang="en-US" sz="1000" b="0" i="0" dirty="0">
                          <a:latin typeface="+mj-ea"/>
                          <a:ea typeface="+mj-ea"/>
                        </a:rPr>
                        <a:t>インフラ</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2247752717"/>
                  </a:ext>
                </a:extLst>
              </a:tr>
            </a:tbl>
          </a:graphicData>
        </a:graphic>
      </p:graphicFrame>
      <p:sp>
        <p:nvSpPr>
          <p:cNvPr id="17" name="正方形/長方形 16">
            <a:extLst>
              <a:ext uri="{FF2B5EF4-FFF2-40B4-BE49-F238E27FC236}">
                <a16:creationId xmlns:a16="http://schemas.microsoft.com/office/drawing/2014/main" id="{C5298FC2-B896-4E5D-B596-A0D61F72D7EC}"/>
              </a:ext>
            </a:extLst>
          </p:cNvPr>
          <p:cNvSpPr/>
          <p:nvPr/>
        </p:nvSpPr>
        <p:spPr>
          <a:xfrm>
            <a:off x="10541480" y="2846717"/>
            <a:ext cx="1270749" cy="3886924"/>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移動（春日～入間）</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器材撤収</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0" name="正方形/長方形 19">
            <a:extLst>
              <a:ext uri="{FF2B5EF4-FFF2-40B4-BE49-F238E27FC236}">
                <a16:creationId xmlns:a16="http://schemas.microsoft.com/office/drawing/2014/main" id="{88690D32-31E3-4D1E-92A3-795DD911B6F2}"/>
              </a:ext>
            </a:extLst>
          </p:cNvPr>
          <p:cNvSpPr/>
          <p:nvPr/>
        </p:nvSpPr>
        <p:spPr>
          <a:xfrm>
            <a:off x="4174231" y="4549930"/>
            <a:ext cx="101208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a:t>
            </a:r>
            <a:endParaRPr kumimoji="1" lang="en-US" altLang="ja-JP" sz="1200" b="1" dirty="0">
              <a:solidFill>
                <a:prstClr val="black"/>
              </a:solidFill>
              <a:latin typeface="ＭＳ ゴシック" panose="020B0609070205080204" pitchFamily="49" charset="-128"/>
              <a:ea typeface="ＭＳ ゴシック" panose="020B0609070205080204" pitchFamily="49" charset="-128"/>
            </a:endParaRPr>
          </a:p>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2" name="正方形/長方形 21">
            <a:extLst>
              <a:ext uri="{FF2B5EF4-FFF2-40B4-BE49-F238E27FC236}">
                <a16:creationId xmlns:a16="http://schemas.microsoft.com/office/drawing/2014/main" id="{D09B0E13-FDD9-4371-B17E-F30B413C42B5}"/>
              </a:ext>
            </a:extLst>
          </p:cNvPr>
          <p:cNvSpPr/>
          <p:nvPr/>
        </p:nvSpPr>
        <p:spPr>
          <a:xfrm>
            <a:off x="995824" y="2864038"/>
            <a:ext cx="827459" cy="3869603"/>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移動（入間～</a:t>
            </a:r>
            <a:r>
              <a:rPr kumimoji="1" lang="ja-JP" altLang="en-US" sz="1600" dirty="0">
                <a:solidFill>
                  <a:prstClr val="black"/>
                </a:solidFill>
                <a:latin typeface="ＭＳ ゴシック" panose="020B0609070205080204" pitchFamily="49" charset="-128"/>
                <a:ea typeface="ＭＳ ゴシック" panose="020B0609070205080204" pitchFamily="49" charset="-128"/>
              </a:rPr>
              <a:t>春日</a:t>
            </a: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器材展開</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30" name="タイトル 1">
            <a:extLst>
              <a:ext uri="{FF2B5EF4-FFF2-40B4-BE49-F238E27FC236}">
                <a16:creationId xmlns:a16="http://schemas.microsoft.com/office/drawing/2014/main" id="{2FC0C639-FE0B-4638-8D9D-CF5A12F1637E}"/>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pPr lvl="0"/>
            <a:r>
              <a:rPr lang="ja-JP" altLang="en-US" sz="2800" b="0" dirty="0">
                <a:solidFill>
                  <a:prstClr val="black"/>
                </a:solidFill>
                <a:latin typeface="ＭＳ ゴシック" panose="020B0609070205080204" pitchFamily="49" charset="-128"/>
                <a:ea typeface="ＭＳ ゴシック" panose="020B0609070205080204" pitchFamily="49" charset="-128"/>
              </a:rPr>
              <a:t>バトルリズム（全般日程）</a:t>
            </a:r>
            <a:endParaRPr kumimoji="1" lang="ja-JP" altLang="en-US" sz="28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j-cs"/>
            </a:endParaRPr>
          </a:p>
        </p:txBody>
      </p:sp>
      <p:sp>
        <p:nvSpPr>
          <p:cNvPr id="24" name="正方形/長方形 23">
            <a:extLst>
              <a:ext uri="{FF2B5EF4-FFF2-40B4-BE49-F238E27FC236}">
                <a16:creationId xmlns:a16="http://schemas.microsoft.com/office/drawing/2014/main" id="{9AAD5F6E-8172-4136-99B0-333C77F4903D}"/>
              </a:ext>
            </a:extLst>
          </p:cNvPr>
          <p:cNvSpPr/>
          <p:nvPr/>
        </p:nvSpPr>
        <p:spPr>
          <a:xfrm>
            <a:off x="2814548" y="4537493"/>
            <a:ext cx="1282656" cy="1702457"/>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ログ整形支援</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検知ルール確認</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7" name="正方形/長方形 26">
            <a:extLst>
              <a:ext uri="{FF2B5EF4-FFF2-40B4-BE49-F238E27FC236}">
                <a16:creationId xmlns:a16="http://schemas.microsoft.com/office/drawing/2014/main" id="{32240306-9DBD-4392-B504-D4B7C02F30EC}"/>
              </a:ext>
            </a:extLst>
          </p:cNvPr>
          <p:cNvSpPr/>
          <p:nvPr/>
        </p:nvSpPr>
        <p:spPr>
          <a:xfrm>
            <a:off x="2824556" y="3301462"/>
            <a:ext cx="1731805" cy="371403"/>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ＭＯへの報告等</a:t>
            </a:r>
          </a:p>
        </p:txBody>
      </p:sp>
      <p:sp>
        <p:nvSpPr>
          <p:cNvPr id="66" name="正方形/長方形 65">
            <a:extLst>
              <a:ext uri="{FF2B5EF4-FFF2-40B4-BE49-F238E27FC236}">
                <a16:creationId xmlns:a16="http://schemas.microsoft.com/office/drawing/2014/main" id="{135B8633-EA71-43AF-B20A-B3083A47791B}"/>
              </a:ext>
            </a:extLst>
          </p:cNvPr>
          <p:cNvSpPr/>
          <p:nvPr/>
        </p:nvSpPr>
        <p:spPr>
          <a:xfrm>
            <a:off x="5998221" y="3301462"/>
            <a:ext cx="2189076" cy="379727"/>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ＭＯへの報告等</a:t>
            </a:r>
          </a:p>
        </p:txBody>
      </p:sp>
      <p:sp>
        <p:nvSpPr>
          <p:cNvPr id="67" name="正方形/長方形 66">
            <a:extLst>
              <a:ext uri="{FF2B5EF4-FFF2-40B4-BE49-F238E27FC236}">
                <a16:creationId xmlns:a16="http://schemas.microsoft.com/office/drawing/2014/main" id="{15D47751-C680-449F-99C1-93B91435A984}"/>
              </a:ext>
            </a:extLst>
          </p:cNvPr>
          <p:cNvSpPr/>
          <p:nvPr/>
        </p:nvSpPr>
        <p:spPr>
          <a:xfrm>
            <a:off x="2802252" y="2853026"/>
            <a:ext cx="2661780" cy="404257"/>
          </a:xfrm>
          <a:prstGeom prst="rect">
            <a:avLst/>
          </a:prstGeom>
          <a:solidFill>
            <a:srgbClr val="FFFFC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全般指揮</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147" name="正方形/長方形 146">
            <a:extLst>
              <a:ext uri="{FF2B5EF4-FFF2-40B4-BE49-F238E27FC236}">
                <a16:creationId xmlns:a16="http://schemas.microsoft.com/office/drawing/2014/main" id="{BF6CEBAB-24D8-4FEF-8EC3-45DFEA77CA56}"/>
              </a:ext>
            </a:extLst>
          </p:cNvPr>
          <p:cNvSpPr/>
          <p:nvPr/>
        </p:nvSpPr>
        <p:spPr>
          <a:xfrm>
            <a:off x="5998221" y="2859065"/>
            <a:ext cx="4458198" cy="398217"/>
          </a:xfrm>
          <a:prstGeom prst="rect">
            <a:avLst/>
          </a:prstGeom>
          <a:solidFill>
            <a:srgbClr val="FFFFC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全般</a:t>
            </a: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指揮</a:t>
            </a:r>
          </a:p>
        </p:txBody>
      </p:sp>
      <p:sp>
        <p:nvSpPr>
          <p:cNvPr id="23" name="正方形/長方形 22">
            <a:extLst>
              <a:ext uri="{FF2B5EF4-FFF2-40B4-BE49-F238E27FC236}">
                <a16:creationId xmlns:a16="http://schemas.microsoft.com/office/drawing/2014/main" id="{FE9649C2-C8B2-41DD-84D3-C139E3D31B67}"/>
              </a:ext>
            </a:extLst>
          </p:cNvPr>
          <p:cNvSpPr/>
          <p:nvPr/>
        </p:nvSpPr>
        <p:spPr>
          <a:xfrm>
            <a:off x="1915064" y="2859065"/>
            <a:ext cx="809687" cy="3874576"/>
          </a:xfrm>
          <a:prstGeom prst="rect">
            <a:avLst/>
          </a:prstGeom>
          <a:solidFill>
            <a:srgbClr val="FFCC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休養日</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6" name="正方形/長方形 25">
            <a:extLst>
              <a:ext uri="{FF2B5EF4-FFF2-40B4-BE49-F238E27FC236}">
                <a16:creationId xmlns:a16="http://schemas.microsoft.com/office/drawing/2014/main" id="{723EE8DC-48CE-4B5D-91D8-B750089454DF}"/>
              </a:ext>
            </a:extLst>
          </p:cNvPr>
          <p:cNvSpPr/>
          <p:nvPr/>
        </p:nvSpPr>
        <p:spPr>
          <a:xfrm>
            <a:off x="5544784" y="2859066"/>
            <a:ext cx="352529" cy="3896148"/>
          </a:xfrm>
          <a:prstGeom prst="rect">
            <a:avLst/>
          </a:prstGeom>
          <a:solidFill>
            <a:srgbClr val="FFCC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休養日</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31" name="正方形/長方形 30">
            <a:extLst>
              <a:ext uri="{FF2B5EF4-FFF2-40B4-BE49-F238E27FC236}">
                <a16:creationId xmlns:a16="http://schemas.microsoft.com/office/drawing/2014/main" id="{418F6DCA-CA62-48CA-B11F-C599EE9F9C2D}"/>
              </a:ext>
            </a:extLst>
          </p:cNvPr>
          <p:cNvSpPr/>
          <p:nvPr/>
        </p:nvSpPr>
        <p:spPr>
          <a:xfrm>
            <a:off x="9178482" y="3301462"/>
            <a:ext cx="1277938" cy="371343"/>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ＭＯへの報告等</a:t>
            </a:r>
          </a:p>
        </p:txBody>
      </p:sp>
      <p:sp>
        <p:nvSpPr>
          <p:cNvPr id="35" name="正方形/長方形 34">
            <a:extLst>
              <a:ext uri="{FF2B5EF4-FFF2-40B4-BE49-F238E27FC236}">
                <a16:creationId xmlns:a16="http://schemas.microsoft.com/office/drawing/2014/main" id="{964B4446-61ED-4A67-A72F-79319C7EAD30}"/>
              </a:ext>
            </a:extLst>
          </p:cNvPr>
          <p:cNvSpPr/>
          <p:nvPr/>
        </p:nvSpPr>
        <p:spPr>
          <a:xfrm>
            <a:off x="4177873" y="5158662"/>
            <a:ext cx="1008440"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36" name="正方形/長方形 35">
            <a:extLst>
              <a:ext uri="{FF2B5EF4-FFF2-40B4-BE49-F238E27FC236}">
                <a16:creationId xmlns:a16="http://schemas.microsoft.com/office/drawing/2014/main" id="{E836763E-76E0-4698-93CA-46C4083DAB0E}"/>
              </a:ext>
            </a:extLst>
          </p:cNvPr>
          <p:cNvSpPr/>
          <p:nvPr/>
        </p:nvSpPr>
        <p:spPr>
          <a:xfrm>
            <a:off x="4183827" y="5749228"/>
            <a:ext cx="99847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49" name="正方形/長方形 48">
            <a:extLst>
              <a:ext uri="{FF2B5EF4-FFF2-40B4-BE49-F238E27FC236}">
                <a16:creationId xmlns:a16="http://schemas.microsoft.com/office/drawing/2014/main" id="{28FFA180-0D02-4CC3-A6ED-71F411075216}"/>
              </a:ext>
            </a:extLst>
          </p:cNvPr>
          <p:cNvSpPr/>
          <p:nvPr/>
        </p:nvSpPr>
        <p:spPr>
          <a:xfrm>
            <a:off x="5253487" y="4529626"/>
            <a:ext cx="196995" cy="1712351"/>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仮説見直し</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0" name="正方形/長方形 49">
            <a:extLst>
              <a:ext uri="{FF2B5EF4-FFF2-40B4-BE49-F238E27FC236}">
                <a16:creationId xmlns:a16="http://schemas.microsoft.com/office/drawing/2014/main" id="{260D093B-452A-4F7F-80FC-6EAD6C521978}"/>
              </a:ext>
            </a:extLst>
          </p:cNvPr>
          <p:cNvSpPr/>
          <p:nvPr/>
        </p:nvSpPr>
        <p:spPr>
          <a:xfrm>
            <a:off x="1283412" y="2570595"/>
            <a:ext cx="9402792" cy="208478"/>
          </a:xfrm>
          <a:prstGeom prst="rect">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成果収集</a:t>
            </a:r>
          </a:p>
        </p:txBody>
      </p:sp>
      <p:sp>
        <p:nvSpPr>
          <p:cNvPr id="51" name="正方形/長方形 50">
            <a:extLst>
              <a:ext uri="{FF2B5EF4-FFF2-40B4-BE49-F238E27FC236}">
                <a16:creationId xmlns:a16="http://schemas.microsoft.com/office/drawing/2014/main" id="{15465C42-D2F9-4320-853B-C767736AAA76}"/>
              </a:ext>
            </a:extLst>
          </p:cNvPr>
          <p:cNvSpPr/>
          <p:nvPr/>
        </p:nvSpPr>
        <p:spPr>
          <a:xfrm>
            <a:off x="1283412" y="2329067"/>
            <a:ext cx="539968" cy="198839"/>
          </a:xfrm>
          <a:prstGeom prst="rect">
            <a:avLst/>
          </a:prstGeom>
          <a:solidFill>
            <a:srgbClr val="00B05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prstClr val="black"/>
                </a:solidFill>
                <a:latin typeface="ＭＳ ゴシック" panose="020B0609070205080204" pitchFamily="49" charset="-128"/>
                <a:ea typeface="ＭＳ ゴシック" panose="020B0609070205080204" pitchFamily="49" charset="-128"/>
              </a:rPr>
              <a:t>現地</a:t>
            </a:r>
            <a:r>
              <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調整</a:t>
            </a:r>
          </a:p>
        </p:txBody>
      </p:sp>
      <p:sp>
        <p:nvSpPr>
          <p:cNvPr id="52" name="正方形/長方形 51">
            <a:extLst>
              <a:ext uri="{FF2B5EF4-FFF2-40B4-BE49-F238E27FC236}">
                <a16:creationId xmlns:a16="http://schemas.microsoft.com/office/drawing/2014/main" id="{E0BB1870-09E7-41B0-B058-3D211E0FF4C8}"/>
              </a:ext>
            </a:extLst>
          </p:cNvPr>
          <p:cNvSpPr/>
          <p:nvPr/>
        </p:nvSpPr>
        <p:spPr>
          <a:xfrm>
            <a:off x="2811706" y="6556075"/>
            <a:ext cx="1282657" cy="180109"/>
          </a:xfrm>
          <a:prstGeom prst="rect">
            <a:avLst/>
          </a:prstGeom>
          <a:solidFill>
            <a:schemeClr val="accent6"/>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ログ受領・整形</a:t>
            </a:r>
          </a:p>
        </p:txBody>
      </p:sp>
      <p:sp>
        <p:nvSpPr>
          <p:cNvPr id="53" name="正方形/長方形 52">
            <a:extLst>
              <a:ext uri="{FF2B5EF4-FFF2-40B4-BE49-F238E27FC236}">
                <a16:creationId xmlns:a16="http://schemas.microsoft.com/office/drawing/2014/main" id="{51B1944F-CE5B-4082-BF4C-629877900D69}"/>
              </a:ext>
            </a:extLst>
          </p:cNvPr>
          <p:cNvSpPr/>
          <p:nvPr/>
        </p:nvSpPr>
        <p:spPr>
          <a:xfrm>
            <a:off x="5998222" y="4134175"/>
            <a:ext cx="4457380" cy="315403"/>
          </a:xfrm>
          <a:prstGeom prst="rect">
            <a:avLst/>
          </a:prstGeom>
          <a:solidFill>
            <a:schemeClr val="accent4">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ハードニングプラン作成</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42" name="正方形/長方形 41">
            <a:extLst>
              <a:ext uri="{FF2B5EF4-FFF2-40B4-BE49-F238E27FC236}">
                <a16:creationId xmlns:a16="http://schemas.microsoft.com/office/drawing/2014/main" id="{C5F8C877-FE0C-4A06-B791-F39CF78A0AB7}"/>
              </a:ext>
            </a:extLst>
          </p:cNvPr>
          <p:cNvSpPr/>
          <p:nvPr/>
        </p:nvSpPr>
        <p:spPr>
          <a:xfrm>
            <a:off x="4171919" y="6347529"/>
            <a:ext cx="1282657" cy="377486"/>
          </a:xfrm>
          <a:prstGeom prst="rect">
            <a:avLst/>
          </a:prstGeom>
          <a:solidFill>
            <a:srgbClr val="D8BEE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維持管理</a:t>
            </a:r>
          </a:p>
        </p:txBody>
      </p:sp>
      <p:sp>
        <p:nvSpPr>
          <p:cNvPr id="45" name="正方形/長方形 44">
            <a:extLst>
              <a:ext uri="{FF2B5EF4-FFF2-40B4-BE49-F238E27FC236}">
                <a16:creationId xmlns:a16="http://schemas.microsoft.com/office/drawing/2014/main" id="{7CE2790D-D35D-49C5-84A6-A2F54F120BAA}"/>
              </a:ext>
            </a:extLst>
          </p:cNvPr>
          <p:cNvSpPr/>
          <p:nvPr/>
        </p:nvSpPr>
        <p:spPr>
          <a:xfrm>
            <a:off x="5990830" y="6356155"/>
            <a:ext cx="4473150" cy="377486"/>
          </a:xfrm>
          <a:prstGeom prst="rect">
            <a:avLst/>
          </a:prstGeom>
          <a:solidFill>
            <a:srgbClr val="D8BEE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維持管理</a:t>
            </a:r>
          </a:p>
        </p:txBody>
      </p:sp>
      <p:sp>
        <p:nvSpPr>
          <p:cNvPr id="46" name="正方形/長方形 45">
            <a:extLst>
              <a:ext uri="{FF2B5EF4-FFF2-40B4-BE49-F238E27FC236}">
                <a16:creationId xmlns:a16="http://schemas.microsoft.com/office/drawing/2014/main" id="{DFB2E568-3928-45DE-A4B0-36DC81626CF1}"/>
              </a:ext>
            </a:extLst>
          </p:cNvPr>
          <p:cNvSpPr/>
          <p:nvPr/>
        </p:nvSpPr>
        <p:spPr>
          <a:xfrm>
            <a:off x="5998221" y="3763525"/>
            <a:ext cx="4452536" cy="315403"/>
          </a:xfrm>
          <a:prstGeom prst="rect">
            <a:avLst/>
          </a:prstGeom>
          <a:solidFill>
            <a:schemeClr val="accent5"/>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インテル</a:t>
            </a:r>
          </a:p>
        </p:txBody>
      </p:sp>
      <p:sp>
        <p:nvSpPr>
          <p:cNvPr id="54" name="正方形/長方形 53">
            <a:extLst>
              <a:ext uri="{FF2B5EF4-FFF2-40B4-BE49-F238E27FC236}">
                <a16:creationId xmlns:a16="http://schemas.microsoft.com/office/drawing/2014/main" id="{1C34FC01-3E47-4FE0-ACF2-0A8FBDC40493}"/>
              </a:ext>
            </a:extLst>
          </p:cNvPr>
          <p:cNvSpPr/>
          <p:nvPr/>
        </p:nvSpPr>
        <p:spPr>
          <a:xfrm>
            <a:off x="2824556" y="4131193"/>
            <a:ext cx="2631555" cy="315403"/>
          </a:xfrm>
          <a:prstGeom prst="rect">
            <a:avLst/>
          </a:prstGeom>
          <a:solidFill>
            <a:schemeClr val="accent4">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ハードニングプラン作成</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5" name="正方形/長方形 54">
            <a:extLst>
              <a:ext uri="{FF2B5EF4-FFF2-40B4-BE49-F238E27FC236}">
                <a16:creationId xmlns:a16="http://schemas.microsoft.com/office/drawing/2014/main" id="{51D1C329-E2B0-4883-A402-AED7EFE96F70}"/>
              </a:ext>
            </a:extLst>
          </p:cNvPr>
          <p:cNvSpPr/>
          <p:nvPr/>
        </p:nvSpPr>
        <p:spPr>
          <a:xfrm>
            <a:off x="2824556" y="3760543"/>
            <a:ext cx="2626712" cy="315403"/>
          </a:xfrm>
          <a:prstGeom prst="rect">
            <a:avLst/>
          </a:prstGeom>
          <a:solidFill>
            <a:schemeClr val="accent5"/>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インテル</a:t>
            </a:r>
          </a:p>
        </p:txBody>
      </p:sp>
      <p:sp>
        <p:nvSpPr>
          <p:cNvPr id="56" name="正方形/長方形 55">
            <a:extLst>
              <a:ext uri="{FF2B5EF4-FFF2-40B4-BE49-F238E27FC236}">
                <a16:creationId xmlns:a16="http://schemas.microsoft.com/office/drawing/2014/main" id="{E1932D14-A66B-4DF3-A84A-77197DC594C6}"/>
              </a:ext>
            </a:extLst>
          </p:cNvPr>
          <p:cNvSpPr/>
          <p:nvPr/>
        </p:nvSpPr>
        <p:spPr>
          <a:xfrm>
            <a:off x="2809811" y="6325008"/>
            <a:ext cx="1282657" cy="180109"/>
          </a:xfrm>
          <a:prstGeom prst="rect">
            <a:avLst/>
          </a:prstGeom>
          <a:solidFill>
            <a:schemeClr val="accent2">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環境構築</a:t>
            </a:r>
          </a:p>
        </p:txBody>
      </p:sp>
      <p:sp>
        <p:nvSpPr>
          <p:cNvPr id="57" name="正方形/長方形 56">
            <a:extLst>
              <a:ext uri="{FF2B5EF4-FFF2-40B4-BE49-F238E27FC236}">
                <a16:creationId xmlns:a16="http://schemas.microsoft.com/office/drawing/2014/main" id="{306454B8-526E-48D3-9992-7D39DEF37171}"/>
              </a:ext>
            </a:extLst>
          </p:cNvPr>
          <p:cNvSpPr/>
          <p:nvPr/>
        </p:nvSpPr>
        <p:spPr>
          <a:xfrm>
            <a:off x="6904959" y="1815461"/>
            <a:ext cx="807222" cy="166171"/>
          </a:xfrm>
          <a:prstGeom prst="rect">
            <a:avLst/>
          </a:prstGeom>
          <a:solidFill>
            <a:srgbClr val="66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prstClr val="black"/>
                </a:solidFill>
                <a:latin typeface="ＭＳ ゴシック" panose="020B0609070205080204" pitchFamily="49" charset="-128"/>
                <a:ea typeface="ＭＳ ゴシック" panose="020B0609070205080204" pitchFamily="49" charset="-128"/>
              </a:rPr>
              <a:t>司令視察</a:t>
            </a:r>
            <a:endPar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8" name="正方形/長方形 57">
            <a:extLst>
              <a:ext uri="{FF2B5EF4-FFF2-40B4-BE49-F238E27FC236}">
                <a16:creationId xmlns:a16="http://schemas.microsoft.com/office/drawing/2014/main" id="{4E8FF9EF-8937-4586-8A00-DC06CB722211}"/>
              </a:ext>
            </a:extLst>
          </p:cNvPr>
          <p:cNvSpPr/>
          <p:nvPr/>
        </p:nvSpPr>
        <p:spPr>
          <a:xfrm>
            <a:off x="6447971" y="2080142"/>
            <a:ext cx="1264210" cy="147456"/>
          </a:xfrm>
          <a:prstGeom prst="rect">
            <a:avLst/>
          </a:prstGeom>
          <a:solidFill>
            <a:srgbClr val="FFFF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prstClr val="black"/>
                </a:solidFill>
                <a:latin typeface="ＭＳ ゴシック" panose="020B0609070205080204" pitchFamily="49" charset="-128"/>
                <a:ea typeface="ＭＳ ゴシック" panose="020B0609070205080204" pitchFamily="49" charset="-128"/>
              </a:rPr>
              <a:t>ICS</a:t>
            </a:r>
            <a:r>
              <a:rPr kumimoji="1" lang="ja-JP" altLang="en-US" sz="1050" dirty="0">
                <a:solidFill>
                  <a:prstClr val="black"/>
                </a:solidFill>
                <a:latin typeface="ＭＳ ゴシック" panose="020B0609070205080204" pitchFamily="49" charset="-128"/>
                <a:ea typeface="ＭＳ ゴシック" panose="020B0609070205080204" pitchFamily="49" charset="-128"/>
              </a:rPr>
              <a:t>長現場指導</a:t>
            </a:r>
            <a:endPar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1" name="正方形/長方形 60">
            <a:extLst>
              <a:ext uri="{FF2B5EF4-FFF2-40B4-BE49-F238E27FC236}">
                <a16:creationId xmlns:a16="http://schemas.microsoft.com/office/drawing/2014/main" id="{5162E00E-B272-47B1-90E7-8681B9EC4506}"/>
              </a:ext>
            </a:extLst>
          </p:cNvPr>
          <p:cNvSpPr/>
          <p:nvPr/>
        </p:nvSpPr>
        <p:spPr>
          <a:xfrm>
            <a:off x="6913796" y="4552734"/>
            <a:ext cx="626700"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62" name="正方形/長方形 61">
            <a:extLst>
              <a:ext uri="{FF2B5EF4-FFF2-40B4-BE49-F238E27FC236}">
                <a16:creationId xmlns:a16="http://schemas.microsoft.com/office/drawing/2014/main" id="{50E48950-3C36-417A-AAD1-A1E4FE975D2C}"/>
              </a:ext>
            </a:extLst>
          </p:cNvPr>
          <p:cNvSpPr/>
          <p:nvPr/>
        </p:nvSpPr>
        <p:spPr>
          <a:xfrm>
            <a:off x="6899917" y="5142520"/>
            <a:ext cx="626700"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64" name="正方形/長方形 63">
            <a:extLst>
              <a:ext uri="{FF2B5EF4-FFF2-40B4-BE49-F238E27FC236}">
                <a16:creationId xmlns:a16="http://schemas.microsoft.com/office/drawing/2014/main" id="{11220844-1997-4184-B048-6058826361DC}"/>
              </a:ext>
            </a:extLst>
          </p:cNvPr>
          <p:cNvSpPr/>
          <p:nvPr/>
        </p:nvSpPr>
        <p:spPr>
          <a:xfrm>
            <a:off x="9616855" y="5749861"/>
            <a:ext cx="8198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82" name="正方形/長方形 81">
            <a:extLst>
              <a:ext uri="{FF2B5EF4-FFF2-40B4-BE49-F238E27FC236}">
                <a16:creationId xmlns:a16="http://schemas.microsoft.com/office/drawing/2014/main" id="{7A6A6AE2-D670-4CCE-B78E-1471FEDAD79E}"/>
              </a:ext>
            </a:extLst>
          </p:cNvPr>
          <p:cNvSpPr/>
          <p:nvPr/>
        </p:nvSpPr>
        <p:spPr>
          <a:xfrm>
            <a:off x="9618676" y="4549930"/>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83" name="正方形/長方形 82">
            <a:extLst>
              <a:ext uri="{FF2B5EF4-FFF2-40B4-BE49-F238E27FC236}">
                <a16:creationId xmlns:a16="http://schemas.microsoft.com/office/drawing/2014/main" id="{08037327-6C15-466D-869C-4549B7C11F6A}"/>
              </a:ext>
            </a:extLst>
          </p:cNvPr>
          <p:cNvSpPr/>
          <p:nvPr/>
        </p:nvSpPr>
        <p:spPr>
          <a:xfrm>
            <a:off x="9632647" y="5149895"/>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84" name="正方形/長方形 83">
            <a:extLst>
              <a:ext uri="{FF2B5EF4-FFF2-40B4-BE49-F238E27FC236}">
                <a16:creationId xmlns:a16="http://schemas.microsoft.com/office/drawing/2014/main" id="{16F3600A-7806-47D7-A2BE-5E92C1EDE99D}"/>
              </a:ext>
            </a:extLst>
          </p:cNvPr>
          <p:cNvSpPr/>
          <p:nvPr/>
        </p:nvSpPr>
        <p:spPr>
          <a:xfrm>
            <a:off x="8729412" y="5742132"/>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85" name="正方形/長方形 84">
            <a:extLst>
              <a:ext uri="{FF2B5EF4-FFF2-40B4-BE49-F238E27FC236}">
                <a16:creationId xmlns:a16="http://schemas.microsoft.com/office/drawing/2014/main" id="{D195979B-BB6C-46D6-B301-F66D139FE7A4}"/>
              </a:ext>
            </a:extLst>
          </p:cNvPr>
          <p:cNvSpPr/>
          <p:nvPr/>
        </p:nvSpPr>
        <p:spPr>
          <a:xfrm>
            <a:off x="8702864" y="4558482"/>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86" name="正方形/長方形 85">
            <a:extLst>
              <a:ext uri="{FF2B5EF4-FFF2-40B4-BE49-F238E27FC236}">
                <a16:creationId xmlns:a16="http://schemas.microsoft.com/office/drawing/2014/main" id="{9EFDC63F-3319-4C78-BEF0-846654A7275A}"/>
              </a:ext>
            </a:extLst>
          </p:cNvPr>
          <p:cNvSpPr/>
          <p:nvPr/>
        </p:nvSpPr>
        <p:spPr>
          <a:xfrm>
            <a:off x="7801199" y="5146245"/>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87" name="正方形/長方形 86">
            <a:extLst>
              <a:ext uri="{FF2B5EF4-FFF2-40B4-BE49-F238E27FC236}">
                <a16:creationId xmlns:a16="http://schemas.microsoft.com/office/drawing/2014/main" id="{619F2DA4-6BA2-4F57-ADA9-7CFA824A5DC0}"/>
              </a:ext>
            </a:extLst>
          </p:cNvPr>
          <p:cNvSpPr/>
          <p:nvPr/>
        </p:nvSpPr>
        <p:spPr>
          <a:xfrm>
            <a:off x="7825613" y="5757985"/>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88" name="正方形/長方形 87">
            <a:extLst>
              <a:ext uri="{FF2B5EF4-FFF2-40B4-BE49-F238E27FC236}">
                <a16:creationId xmlns:a16="http://schemas.microsoft.com/office/drawing/2014/main" id="{3BC18E04-C58D-42F0-81B5-AEE4AE3DE517}"/>
              </a:ext>
            </a:extLst>
          </p:cNvPr>
          <p:cNvSpPr/>
          <p:nvPr/>
        </p:nvSpPr>
        <p:spPr>
          <a:xfrm>
            <a:off x="8724003" y="5169957"/>
            <a:ext cx="8198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89" name="正方形/長方形 88">
            <a:extLst>
              <a:ext uri="{FF2B5EF4-FFF2-40B4-BE49-F238E27FC236}">
                <a16:creationId xmlns:a16="http://schemas.microsoft.com/office/drawing/2014/main" id="{38FAB2A3-2FDE-42E3-9675-39B4107E7AA3}"/>
              </a:ext>
            </a:extLst>
          </p:cNvPr>
          <p:cNvSpPr/>
          <p:nvPr/>
        </p:nvSpPr>
        <p:spPr>
          <a:xfrm>
            <a:off x="7815794" y="4536556"/>
            <a:ext cx="8198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90" name="正方形/長方形 89">
            <a:extLst>
              <a:ext uri="{FF2B5EF4-FFF2-40B4-BE49-F238E27FC236}">
                <a16:creationId xmlns:a16="http://schemas.microsoft.com/office/drawing/2014/main" id="{D6DC525C-87A1-4B78-A4AB-101C4E1ECA19}"/>
              </a:ext>
            </a:extLst>
          </p:cNvPr>
          <p:cNvSpPr/>
          <p:nvPr/>
        </p:nvSpPr>
        <p:spPr>
          <a:xfrm>
            <a:off x="6922569" y="5749228"/>
            <a:ext cx="626700"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92" name="正方形/長方形 91">
            <a:extLst>
              <a:ext uri="{FF2B5EF4-FFF2-40B4-BE49-F238E27FC236}">
                <a16:creationId xmlns:a16="http://schemas.microsoft.com/office/drawing/2014/main" id="{741786C5-63B7-4593-BA0F-FC9F8BD5B263}"/>
              </a:ext>
            </a:extLst>
          </p:cNvPr>
          <p:cNvSpPr/>
          <p:nvPr/>
        </p:nvSpPr>
        <p:spPr>
          <a:xfrm>
            <a:off x="6003863" y="5136892"/>
            <a:ext cx="8198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93" name="正方形/長方形 92">
            <a:extLst>
              <a:ext uri="{FF2B5EF4-FFF2-40B4-BE49-F238E27FC236}">
                <a16:creationId xmlns:a16="http://schemas.microsoft.com/office/drawing/2014/main" id="{47B9D540-004C-4038-B626-7CE6B8401A6F}"/>
              </a:ext>
            </a:extLst>
          </p:cNvPr>
          <p:cNvSpPr/>
          <p:nvPr/>
        </p:nvSpPr>
        <p:spPr>
          <a:xfrm>
            <a:off x="6000313" y="4547140"/>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94" name="正方形/長方形 93">
            <a:extLst>
              <a:ext uri="{FF2B5EF4-FFF2-40B4-BE49-F238E27FC236}">
                <a16:creationId xmlns:a16="http://schemas.microsoft.com/office/drawing/2014/main" id="{4BCEC3AE-B666-48D6-BE3B-6C66C94E2B2A}"/>
              </a:ext>
            </a:extLst>
          </p:cNvPr>
          <p:cNvSpPr/>
          <p:nvPr/>
        </p:nvSpPr>
        <p:spPr>
          <a:xfrm>
            <a:off x="5998036" y="5763007"/>
            <a:ext cx="816254"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95" name="正方形/長方形 94">
            <a:extLst>
              <a:ext uri="{FF2B5EF4-FFF2-40B4-BE49-F238E27FC236}">
                <a16:creationId xmlns:a16="http://schemas.microsoft.com/office/drawing/2014/main" id="{C1AC0DF7-7D57-4784-80F9-565FEEDDD613}"/>
              </a:ext>
            </a:extLst>
          </p:cNvPr>
          <p:cNvSpPr/>
          <p:nvPr/>
        </p:nvSpPr>
        <p:spPr>
          <a:xfrm>
            <a:off x="7571812" y="4527599"/>
            <a:ext cx="196995" cy="1712351"/>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仮説見直し</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Tree>
    <p:extLst>
      <p:ext uri="{BB962C8B-B14F-4D97-AF65-F5344CB8AC3E}">
        <p14:creationId xmlns:p14="http://schemas.microsoft.com/office/powerpoint/2010/main" val="3212080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 15">
            <a:extLst>
              <a:ext uri="{FF2B5EF4-FFF2-40B4-BE49-F238E27FC236}">
                <a16:creationId xmlns:a16="http://schemas.microsoft.com/office/drawing/2014/main" id="{244EA2B6-3557-491E-A995-0F70991B7A38}"/>
              </a:ext>
            </a:extLst>
          </p:cNvPr>
          <p:cNvGraphicFramePr>
            <a:graphicFrameLocks noGrp="1"/>
          </p:cNvGraphicFramePr>
          <p:nvPr>
            <p:extLst/>
          </p:nvPr>
        </p:nvGraphicFramePr>
        <p:xfrm>
          <a:off x="255099" y="740160"/>
          <a:ext cx="11601897" cy="6041804"/>
        </p:xfrm>
        <a:graphic>
          <a:graphicData uri="http://schemas.openxmlformats.org/drawingml/2006/table">
            <a:tbl>
              <a:tblPr firstRow="1" bandRow="1">
                <a:tableStyleId>{5940675A-B579-460E-94D1-54222C63F5DA}</a:tableStyleId>
              </a:tblPr>
              <a:tblGrid>
                <a:gridCol w="205303">
                  <a:extLst>
                    <a:ext uri="{9D8B030D-6E8A-4147-A177-3AD203B41FA5}">
                      <a16:colId xmlns:a16="http://schemas.microsoft.com/office/drawing/2014/main" val="358376536"/>
                    </a:ext>
                  </a:extLst>
                </a:gridCol>
                <a:gridCol w="245017">
                  <a:extLst>
                    <a:ext uri="{9D8B030D-6E8A-4147-A177-3AD203B41FA5}">
                      <a16:colId xmlns:a16="http://schemas.microsoft.com/office/drawing/2014/main" val="398147713"/>
                    </a:ext>
                  </a:extLst>
                </a:gridCol>
                <a:gridCol w="245017">
                  <a:extLst>
                    <a:ext uri="{9D8B030D-6E8A-4147-A177-3AD203B41FA5}">
                      <a16:colId xmlns:a16="http://schemas.microsoft.com/office/drawing/2014/main" val="3575208166"/>
                    </a:ext>
                  </a:extLst>
                </a:gridCol>
                <a:gridCol w="454440">
                  <a:extLst>
                    <a:ext uri="{9D8B030D-6E8A-4147-A177-3AD203B41FA5}">
                      <a16:colId xmlns:a16="http://schemas.microsoft.com/office/drawing/2014/main" val="2798516088"/>
                    </a:ext>
                  </a:extLst>
                </a:gridCol>
                <a:gridCol w="454440">
                  <a:extLst>
                    <a:ext uri="{9D8B030D-6E8A-4147-A177-3AD203B41FA5}">
                      <a16:colId xmlns:a16="http://schemas.microsoft.com/office/drawing/2014/main" val="4108656225"/>
                    </a:ext>
                  </a:extLst>
                </a:gridCol>
                <a:gridCol w="454440">
                  <a:extLst>
                    <a:ext uri="{9D8B030D-6E8A-4147-A177-3AD203B41FA5}">
                      <a16:colId xmlns:a16="http://schemas.microsoft.com/office/drawing/2014/main" val="2505110748"/>
                    </a:ext>
                  </a:extLst>
                </a:gridCol>
                <a:gridCol w="454440">
                  <a:extLst>
                    <a:ext uri="{9D8B030D-6E8A-4147-A177-3AD203B41FA5}">
                      <a16:colId xmlns:a16="http://schemas.microsoft.com/office/drawing/2014/main" val="3051212517"/>
                    </a:ext>
                  </a:extLst>
                </a:gridCol>
                <a:gridCol w="454440">
                  <a:extLst>
                    <a:ext uri="{9D8B030D-6E8A-4147-A177-3AD203B41FA5}">
                      <a16:colId xmlns:a16="http://schemas.microsoft.com/office/drawing/2014/main" val="3445595040"/>
                    </a:ext>
                  </a:extLst>
                </a:gridCol>
                <a:gridCol w="454440">
                  <a:extLst>
                    <a:ext uri="{9D8B030D-6E8A-4147-A177-3AD203B41FA5}">
                      <a16:colId xmlns:a16="http://schemas.microsoft.com/office/drawing/2014/main" val="4144573520"/>
                    </a:ext>
                  </a:extLst>
                </a:gridCol>
                <a:gridCol w="454440">
                  <a:extLst>
                    <a:ext uri="{9D8B030D-6E8A-4147-A177-3AD203B41FA5}">
                      <a16:colId xmlns:a16="http://schemas.microsoft.com/office/drawing/2014/main" val="2879145311"/>
                    </a:ext>
                  </a:extLst>
                </a:gridCol>
                <a:gridCol w="454440">
                  <a:extLst>
                    <a:ext uri="{9D8B030D-6E8A-4147-A177-3AD203B41FA5}">
                      <a16:colId xmlns:a16="http://schemas.microsoft.com/office/drawing/2014/main" val="158556028"/>
                    </a:ext>
                  </a:extLst>
                </a:gridCol>
                <a:gridCol w="454440">
                  <a:extLst>
                    <a:ext uri="{9D8B030D-6E8A-4147-A177-3AD203B41FA5}">
                      <a16:colId xmlns:a16="http://schemas.microsoft.com/office/drawing/2014/main" val="2191339029"/>
                    </a:ext>
                  </a:extLst>
                </a:gridCol>
                <a:gridCol w="454440">
                  <a:extLst>
                    <a:ext uri="{9D8B030D-6E8A-4147-A177-3AD203B41FA5}">
                      <a16:colId xmlns:a16="http://schemas.microsoft.com/office/drawing/2014/main" val="1711258561"/>
                    </a:ext>
                  </a:extLst>
                </a:gridCol>
                <a:gridCol w="454440">
                  <a:extLst>
                    <a:ext uri="{9D8B030D-6E8A-4147-A177-3AD203B41FA5}">
                      <a16:colId xmlns:a16="http://schemas.microsoft.com/office/drawing/2014/main" val="4291533081"/>
                    </a:ext>
                  </a:extLst>
                </a:gridCol>
                <a:gridCol w="454440">
                  <a:extLst>
                    <a:ext uri="{9D8B030D-6E8A-4147-A177-3AD203B41FA5}">
                      <a16:colId xmlns:a16="http://schemas.microsoft.com/office/drawing/2014/main" val="2439254253"/>
                    </a:ext>
                  </a:extLst>
                </a:gridCol>
                <a:gridCol w="454440">
                  <a:extLst>
                    <a:ext uri="{9D8B030D-6E8A-4147-A177-3AD203B41FA5}">
                      <a16:colId xmlns:a16="http://schemas.microsoft.com/office/drawing/2014/main" val="2732842106"/>
                    </a:ext>
                  </a:extLst>
                </a:gridCol>
                <a:gridCol w="454440">
                  <a:extLst>
                    <a:ext uri="{9D8B030D-6E8A-4147-A177-3AD203B41FA5}">
                      <a16:colId xmlns:a16="http://schemas.microsoft.com/office/drawing/2014/main" val="2660277260"/>
                    </a:ext>
                  </a:extLst>
                </a:gridCol>
                <a:gridCol w="454440">
                  <a:extLst>
                    <a:ext uri="{9D8B030D-6E8A-4147-A177-3AD203B41FA5}">
                      <a16:colId xmlns:a16="http://schemas.microsoft.com/office/drawing/2014/main" val="1991817877"/>
                    </a:ext>
                  </a:extLst>
                </a:gridCol>
                <a:gridCol w="454440">
                  <a:extLst>
                    <a:ext uri="{9D8B030D-6E8A-4147-A177-3AD203B41FA5}">
                      <a16:colId xmlns:a16="http://schemas.microsoft.com/office/drawing/2014/main" val="2233750928"/>
                    </a:ext>
                  </a:extLst>
                </a:gridCol>
                <a:gridCol w="454440">
                  <a:extLst>
                    <a:ext uri="{9D8B030D-6E8A-4147-A177-3AD203B41FA5}">
                      <a16:colId xmlns:a16="http://schemas.microsoft.com/office/drawing/2014/main" val="4216441844"/>
                    </a:ext>
                  </a:extLst>
                </a:gridCol>
                <a:gridCol w="454440">
                  <a:extLst>
                    <a:ext uri="{9D8B030D-6E8A-4147-A177-3AD203B41FA5}">
                      <a16:colId xmlns:a16="http://schemas.microsoft.com/office/drawing/2014/main" val="1978484090"/>
                    </a:ext>
                  </a:extLst>
                </a:gridCol>
                <a:gridCol w="454440">
                  <a:extLst>
                    <a:ext uri="{9D8B030D-6E8A-4147-A177-3AD203B41FA5}">
                      <a16:colId xmlns:a16="http://schemas.microsoft.com/office/drawing/2014/main" val="2094036046"/>
                    </a:ext>
                  </a:extLst>
                </a:gridCol>
                <a:gridCol w="454440">
                  <a:extLst>
                    <a:ext uri="{9D8B030D-6E8A-4147-A177-3AD203B41FA5}">
                      <a16:colId xmlns:a16="http://schemas.microsoft.com/office/drawing/2014/main" val="3368665011"/>
                    </a:ext>
                  </a:extLst>
                </a:gridCol>
                <a:gridCol w="454440">
                  <a:extLst>
                    <a:ext uri="{9D8B030D-6E8A-4147-A177-3AD203B41FA5}">
                      <a16:colId xmlns:a16="http://schemas.microsoft.com/office/drawing/2014/main" val="1663509814"/>
                    </a:ext>
                  </a:extLst>
                </a:gridCol>
                <a:gridCol w="454440">
                  <a:extLst>
                    <a:ext uri="{9D8B030D-6E8A-4147-A177-3AD203B41FA5}">
                      <a16:colId xmlns:a16="http://schemas.microsoft.com/office/drawing/2014/main" val="295050513"/>
                    </a:ext>
                  </a:extLst>
                </a:gridCol>
                <a:gridCol w="454440">
                  <a:extLst>
                    <a:ext uri="{9D8B030D-6E8A-4147-A177-3AD203B41FA5}">
                      <a16:colId xmlns:a16="http://schemas.microsoft.com/office/drawing/2014/main" val="408508976"/>
                    </a:ext>
                  </a:extLst>
                </a:gridCol>
                <a:gridCol w="454440">
                  <a:extLst>
                    <a:ext uri="{9D8B030D-6E8A-4147-A177-3AD203B41FA5}">
                      <a16:colId xmlns:a16="http://schemas.microsoft.com/office/drawing/2014/main" val="1896976867"/>
                    </a:ext>
                  </a:extLst>
                </a:gridCol>
              </a:tblGrid>
              <a:tr h="363496">
                <a:tc gridSpan="3">
                  <a:txBody>
                    <a:bodyPr/>
                    <a:lstStyle/>
                    <a:p>
                      <a:pPr algn="ctr"/>
                      <a:r>
                        <a:rPr kumimoji="1" lang="ja-JP" altLang="en-US" sz="1400" b="0" i="0" dirty="0">
                          <a:latin typeface="+mj-ea"/>
                          <a:ea typeface="+mj-ea"/>
                        </a:rPr>
                        <a:t>月</a:t>
                      </a:r>
                    </a:p>
                  </a:txBody>
                  <a:tcPr marL="33231" marR="33231" marT="33231" marB="33231" anchor="ctr">
                    <a:solidFill>
                      <a:schemeClr val="accent5">
                        <a:lumMod val="20000"/>
                        <a:lumOff val="80000"/>
                      </a:schemeClr>
                    </a:solidFill>
                  </a:tcPr>
                </a:tc>
                <a:tc hMerge="1">
                  <a:txBody>
                    <a:bodyPr/>
                    <a:lstStyle/>
                    <a:p>
                      <a:endParaRPr kumimoji="1" lang="ja-JP" altLang="en-US"/>
                    </a:p>
                  </a:txBody>
                  <a:tcPr/>
                </a:tc>
                <a:tc hMerge="1">
                  <a:txBody>
                    <a:bodyPr/>
                    <a:lstStyle/>
                    <a:p>
                      <a:endParaRPr kumimoji="1" lang="ja-JP" altLang="en-US"/>
                    </a:p>
                  </a:txBody>
                  <a:tcPr/>
                </a:tc>
                <a:tc gridSpan="20">
                  <a:txBody>
                    <a:bodyPr/>
                    <a:lstStyle/>
                    <a:p>
                      <a:pPr algn="ctr"/>
                      <a:r>
                        <a:rPr kumimoji="1" lang="ja-JP" altLang="en-US" sz="1400" dirty="0"/>
                        <a:t>３月</a:t>
                      </a:r>
                    </a:p>
                  </a:txBody>
                  <a:tcPr anchor="ctr">
                    <a:solidFill>
                      <a:schemeClr val="accent1">
                        <a:lumMod val="20000"/>
                        <a:lumOff val="80000"/>
                      </a:schemeClr>
                    </a:solidFill>
                  </a:tcP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endParaRPr kumimoji="1" lang="ja-JP" altLang="en-US" sz="1200" dirty="0"/>
                    </a:p>
                  </a:txBody>
                  <a:tcPr anchor="ctr"/>
                </a:tc>
                <a:tc hMerge="1">
                  <a:txBody>
                    <a:bodyPr/>
                    <a:lstStyle/>
                    <a:p>
                      <a:pPr algn="ctr"/>
                      <a:endParaRPr kumimoji="1" lang="ja-JP" altLang="en-US" sz="1400" b="1" dirty="0">
                        <a:latin typeface="+mj-ea"/>
                        <a:ea typeface="+mj-ea"/>
                      </a:endParaRPr>
                    </a:p>
                  </a:txBody>
                  <a:tcPr anchor="ctr"/>
                </a:tc>
                <a:tc hMerge="1">
                  <a:txBody>
                    <a:bodyPr/>
                    <a:lstStyle/>
                    <a:p>
                      <a:pPr algn="ctr"/>
                      <a:endParaRPr kumimoji="1" lang="ja-JP" altLang="en-US" sz="1400" b="1" dirty="0">
                        <a:latin typeface="+mj-ea"/>
                        <a:ea typeface="+mj-ea"/>
                      </a:endParaRPr>
                    </a:p>
                  </a:txBody>
                  <a:tcPr anchor="ct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gridSpan="4">
                  <a:txBody>
                    <a:bodyPr/>
                    <a:lstStyle/>
                    <a:p>
                      <a:pPr algn="ctr"/>
                      <a:r>
                        <a:rPr kumimoji="1" lang="ja-JP" altLang="en-US" sz="1400" b="1" dirty="0">
                          <a:latin typeface="+mj-ea"/>
                          <a:ea typeface="+mj-ea"/>
                        </a:rPr>
                        <a:t>４月</a:t>
                      </a:r>
                    </a:p>
                  </a:txBody>
                  <a:tcPr anchor="ctr">
                    <a:solidFill>
                      <a:schemeClr val="accent1">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tc hMerge="1">
                  <a:txBody>
                    <a:bodyPr/>
                    <a:lstStyle/>
                    <a:p>
                      <a:pPr algn="ctr"/>
                      <a:endParaRPr kumimoji="1" lang="ja-JP" altLang="en-US" sz="1400" b="1" dirty="0">
                        <a:latin typeface="+mj-ea"/>
                        <a:ea typeface="+mj-ea"/>
                      </a:endParaRPr>
                    </a:p>
                  </a:txBody>
                  <a:tcPr anchor="ctr">
                    <a:solidFill>
                      <a:schemeClr val="accent5">
                        <a:lumMod val="20000"/>
                        <a:lumOff val="80000"/>
                      </a:schemeClr>
                    </a:solidFill>
                  </a:tcPr>
                </a:tc>
                <a:extLst>
                  <a:ext uri="{0D108BD9-81ED-4DB2-BD59-A6C34878D82A}">
                    <a16:rowId xmlns:a16="http://schemas.microsoft.com/office/drawing/2014/main" val="3068638112"/>
                  </a:ext>
                </a:extLst>
              </a:tr>
              <a:tr h="333707">
                <a:tc gridSpan="3">
                  <a:txBody>
                    <a:bodyPr/>
                    <a:lstStyle/>
                    <a:p>
                      <a:pPr algn="ctr"/>
                      <a:r>
                        <a:rPr kumimoji="1" lang="ja-JP" altLang="en-US" sz="1400" b="0" i="0" dirty="0">
                          <a:latin typeface="+mj-ea"/>
                          <a:ea typeface="+mj-ea"/>
                        </a:rPr>
                        <a:t>日</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en-US" altLang="ja-JP" sz="1400" b="1" dirty="0">
                          <a:latin typeface="+mj-ea"/>
                          <a:ea typeface="+mj-ea"/>
                        </a:rPr>
                        <a:t>12</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14</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15</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16</a:t>
                      </a:r>
                      <a:endParaRPr kumimoji="1" lang="ja-JP" altLang="en-US" sz="1400" b="1" dirty="0">
                        <a:latin typeface="+mj-ea"/>
                        <a:ea typeface="+mj-ea"/>
                      </a:endParaRPr>
                    </a:p>
                  </a:txBody>
                  <a:tcPr marL="33231" marR="33231" marT="33231" marB="33231" anchor="ctr">
                    <a:noFill/>
                  </a:tcPr>
                </a:tc>
                <a:tc>
                  <a:txBody>
                    <a:bodyPr/>
                    <a:lstStyle/>
                    <a:p>
                      <a:pPr algn="ctr"/>
                      <a:r>
                        <a:rPr kumimoji="1" lang="en-US" altLang="ja-JP" sz="1400" b="1" dirty="0">
                          <a:latin typeface="+mj-ea"/>
                          <a:ea typeface="+mj-ea"/>
                        </a:rPr>
                        <a:t>17</a:t>
                      </a:r>
                      <a:endParaRPr kumimoji="1" lang="ja-JP" altLang="en-US" sz="1400" b="1" dirty="0">
                        <a:latin typeface="+mj-ea"/>
                        <a:ea typeface="+mj-ea"/>
                      </a:endParaRPr>
                    </a:p>
                  </a:txBody>
                  <a:tcPr marL="33231" marR="33231" marT="33231" marB="33231" anchor="ctr">
                    <a:noFill/>
                  </a:tcPr>
                </a:tc>
                <a:tc>
                  <a:txBody>
                    <a:bodyPr/>
                    <a:lstStyle/>
                    <a:p>
                      <a:pPr algn="ctr"/>
                      <a:r>
                        <a:rPr kumimoji="1" lang="en-US" altLang="ja-JP" sz="1400" b="1" dirty="0">
                          <a:latin typeface="+mj-ea"/>
                          <a:ea typeface="+mj-ea"/>
                        </a:rPr>
                        <a:t>18</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19</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20</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21</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22</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24</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25</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26</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27</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28</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29</a:t>
                      </a:r>
                      <a:endParaRPr kumimoji="1" lang="ja-JP" altLang="en-US" sz="1400" b="1" dirty="0">
                        <a:latin typeface="+mj-ea"/>
                        <a:ea typeface="+mj-ea"/>
                      </a:endParaRPr>
                    </a:p>
                  </a:txBody>
                  <a:tcPr marL="33231" marR="33231" marT="33231" marB="33231" anchor="ctr">
                    <a:solidFill>
                      <a:srgbClr val="FFCCFF"/>
                    </a:solidFill>
                  </a:tcPr>
                </a:tc>
                <a:tc>
                  <a:txBody>
                    <a:bodyPr/>
                    <a:lstStyle/>
                    <a:p>
                      <a:pPr algn="ctr"/>
                      <a:r>
                        <a:rPr kumimoji="1" lang="en-US" altLang="ja-JP" sz="1400" b="1" dirty="0">
                          <a:latin typeface="+mj-ea"/>
                          <a:ea typeface="+mj-ea"/>
                        </a:rPr>
                        <a:t>30</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31</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1</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2</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3</a:t>
                      </a:r>
                      <a:endParaRPr kumimoji="1" lang="ja-JP" altLang="en-US" sz="1400" b="1" dirty="0">
                        <a:latin typeface="+mj-ea"/>
                        <a:ea typeface="+mj-ea"/>
                      </a:endParaRPr>
                    </a:p>
                  </a:txBody>
                  <a:tcPr marL="33231" marR="33231" marT="33231" marB="33231" anchor="ctr"/>
                </a:tc>
                <a:tc>
                  <a:txBody>
                    <a:bodyPr/>
                    <a:lstStyle/>
                    <a:p>
                      <a:pPr algn="ctr"/>
                      <a:r>
                        <a:rPr kumimoji="1" lang="en-US" altLang="ja-JP" sz="1400" b="1" dirty="0">
                          <a:latin typeface="+mj-ea"/>
                          <a:ea typeface="+mj-ea"/>
                        </a:rPr>
                        <a:t>4</a:t>
                      </a:r>
                      <a:endParaRPr kumimoji="1" lang="ja-JP" altLang="en-US" sz="1400" b="1" dirty="0">
                        <a:latin typeface="+mj-ea"/>
                        <a:ea typeface="+mj-ea"/>
                      </a:endParaRPr>
                    </a:p>
                  </a:txBody>
                  <a:tcPr marL="33231" marR="33231" marT="33231" marB="33231" anchor="ctr"/>
                </a:tc>
                <a:extLst>
                  <a:ext uri="{0D108BD9-81ED-4DB2-BD59-A6C34878D82A}">
                    <a16:rowId xmlns:a16="http://schemas.microsoft.com/office/drawing/2014/main" val="1573806315"/>
                  </a:ext>
                </a:extLst>
              </a:tr>
              <a:tr h="333707">
                <a:tc gridSpan="3">
                  <a:txBody>
                    <a:bodyPr/>
                    <a:lstStyle/>
                    <a:p>
                      <a:pPr algn="ctr"/>
                      <a:r>
                        <a:rPr kumimoji="1" lang="ja-JP" altLang="en-US" sz="1400" b="0" i="0" dirty="0">
                          <a:latin typeface="+mj-ea"/>
                          <a:ea typeface="+mj-ea"/>
                        </a:rPr>
                        <a:t>曜</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noFill/>
                  </a:tcPr>
                </a:tc>
                <a:tc>
                  <a:txBody>
                    <a:bodyPr/>
                    <a:lstStyle/>
                    <a:p>
                      <a:pPr algn="ctr"/>
                      <a:r>
                        <a:rPr kumimoji="1" lang="ja-JP" altLang="en-US" sz="1400" b="1" dirty="0">
                          <a:latin typeface="+mj-ea"/>
                          <a:ea typeface="+mj-ea"/>
                        </a:rPr>
                        <a:t>火</a:t>
                      </a:r>
                    </a:p>
                  </a:txBody>
                  <a:tcPr marL="33231" marR="33231" marT="33231" marB="33231" anchor="ctr">
                    <a:noFill/>
                  </a:tcP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solidFill>
                      <a:srgbClr val="FFCCFF"/>
                    </a:solidFill>
                  </a:tcP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tc>
                <a:tc>
                  <a:txBody>
                    <a:bodyPr/>
                    <a:lstStyle/>
                    <a:p>
                      <a:pPr algn="ctr"/>
                      <a:r>
                        <a:rPr kumimoji="1" lang="ja-JP" altLang="en-US" sz="1400" b="1" dirty="0">
                          <a:latin typeface="+mj-ea"/>
                          <a:ea typeface="+mj-ea"/>
                        </a:rPr>
                        <a:t>火</a:t>
                      </a:r>
                    </a:p>
                  </a:txBody>
                  <a:tcPr marL="33231" marR="33231" marT="33231" marB="33231" anchor="ct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solidFill>
                      <a:srgbClr val="FFCCFF"/>
                    </a:solidFill>
                  </a:tcPr>
                </a:tc>
                <a:tc>
                  <a:txBody>
                    <a:bodyPr/>
                    <a:lstStyle/>
                    <a:p>
                      <a:pPr algn="ctr"/>
                      <a:r>
                        <a:rPr kumimoji="1" lang="ja-JP" altLang="en-US" sz="1400" b="1" dirty="0">
                          <a:latin typeface="+mj-ea"/>
                          <a:ea typeface="+mj-ea"/>
                        </a:rPr>
                        <a:t>日</a:t>
                      </a:r>
                    </a:p>
                  </a:txBody>
                  <a:tcPr marL="33231" marR="33231" marT="33231" marB="33231" anchor="ctr">
                    <a:solidFill>
                      <a:srgbClr val="FFCCFF"/>
                    </a:solidFill>
                  </a:tcPr>
                </a:tc>
                <a:tc>
                  <a:txBody>
                    <a:bodyPr/>
                    <a:lstStyle/>
                    <a:p>
                      <a:pPr algn="ctr"/>
                      <a:r>
                        <a:rPr kumimoji="1" lang="ja-JP" altLang="en-US" sz="1400" b="1" dirty="0">
                          <a:latin typeface="+mj-ea"/>
                          <a:ea typeface="+mj-ea"/>
                        </a:rPr>
                        <a:t>月</a:t>
                      </a:r>
                    </a:p>
                  </a:txBody>
                  <a:tcPr marL="33231" marR="33231" marT="33231" marB="33231" anchor="ctr"/>
                </a:tc>
                <a:tc>
                  <a:txBody>
                    <a:bodyPr/>
                    <a:lstStyle/>
                    <a:p>
                      <a:pPr algn="ctr"/>
                      <a:r>
                        <a:rPr kumimoji="1" lang="ja-JP" altLang="en-US" sz="1400" b="1" dirty="0">
                          <a:latin typeface="+mj-ea"/>
                          <a:ea typeface="+mj-ea"/>
                        </a:rPr>
                        <a:t>火</a:t>
                      </a:r>
                    </a:p>
                  </a:txBody>
                  <a:tcPr marL="33231" marR="33231" marT="33231" marB="33231" anchor="ctr"/>
                </a:tc>
                <a:tc>
                  <a:txBody>
                    <a:bodyPr/>
                    <a:lstStyle/>
                    <a:p>
                      <a:pPr algn="ctr"/>
                      <a:r>
                        <a:rPr kumimoji="1" lang="ja-JP" altLang="en-US" sz="1400" b="1" dirty="0">
                          <a:latin typeface="+mj-ea"/>
                          <a:ea typeface="+mj-ea"/>
                        </a:rPr>
                        <a:t>水</a:t>
                      </a:r>
                    </a:p>
                  </a:txBody>
                  <a:tcPr marL="33231" marR="33231" marT="33231" marB="33231" anchor="ctr"/>
                </a:tc>
                <a:tc>
                  <a:txBody>
                    <a:bodyPr/>
                    <a:lstStyle/>
                    <a:p>
                      <a:pPr algn="ctr"/>
                      <a:r>
                        <a:rPr kumimoji="1" lang="ja-JP" altLang="en-US" sz="1400" b="1" dirty="0">
                          <a:latin typeface="+mj-ea"/>
                          <a:ea typeface="+mj-ea"/>
                        </a:rPr>
                        <a:t>木</a:t>
                      </a:r>
                    </a:p>
                  </a:txBody>
                  <a:tcPr marL="33231" marR="33231" marT="33231" marB="33231" anchor="ctr"/>
                </a:tc>
                <a:tc>
                  <a:txBody>
                    <a:bodyPr/>
                    <a:lstStyle/>
                    <a:p>
                      <a:pPr algn="ctr"/>
                      <a:r>
                        <a:rPr kumimoji="1" lang="ja-JP" altLang="en-US" sz="1400" b="1" dirty="0">
                          <a:latin typeface="+mj-ea"/>
                          <a:ea typeface="+mj-ea"/>
                        </a:rPr>
                        <a:t>金</a:t>
                      </a:r>
                    </a:p>
                  </a:txBody>
                  <a:tcPr marL="33231" marR="33231" marT="33231" marB="33231" anchor="ctr"/>
                </a:tc>
                <a:tc>
                  <a:txBody>
                    <a:bodyPr/>
                    <a:lstStyle/>
                    <a:p>
                      <a:pPr algn="ctr"/>
                      <a:r>
                        <a:rPr kumimoji="1" lang="ja-JP" altLang="en-US" sz="1400" b="1" dirty="0">
                          <a:latin typeface="+mj-ea"/>
                          <a:ea typeface="+mj-ea"/>
                        </a:rPr>
                        <a:t>土</a:t>
                      </a:r>
                    </a:p>
                  </a:txBody>
                  <a:tcPr marL="33231" marR="33231" marT="33231" marB="33231" anchor="ctr"/>
                </a:tc>
                <a:extLst>
                  <a:ext uri="{0D108BD9-81ED-4DB2-BD59-A6C34878D82A}">
                    <a16:rowId xmlns:a16="http://schemas.microsoft.com/office/drawing/2014/main" val="2219133901"/>
                  </a:ext>
                </a:extLst>
              </a:tr>
              <a:tr h="525873">
                <a:tc gridSpan="3">
                  <a:txBody>
                    <a:bodyPr/>
                    <a:lstStyle/>
                    <a:p>
                      <a:pPr algn="ctr"/>
                      <a:r>
                        <a:rPr kumimoji="1" lang="ja-JP" altLang="en-US" sz="1400" b="0" i="0" dirty="0">
                          <a:latin typeface="+mj-ea"/>
                          <a:ea typeface="+mj-ea"/>
                        </a:rPr>
                        <a:t>全般</a:t>
                      </a:r>
                      <a:endParaRPr kumimoji="1" lang="en-US" altLang="ja-JP" sz="1400" b="0" i="0" dirty="0">
                        <a:latin typeface="+mj-ea"/>
                        <a:ea typeface="+mj-ea"/>
                      </a:endParaRPr>
                    </a:p>
                    <a:p>
                      <a:pPr algn="ctr"/>
                      <a:r>
                        <a:rPr kumimoji="1" lang="ja-JP" altLang="en-US" sz="1400" b="0" i="0" dirty="0">
                          <a:latin typeface="+mj-ea"/>
                          <a:ea typeface="+mj-ea"/>
                        </a:rPr>
                        <a:t>日程</a:t>
                      </a: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r>
                        <a:rPr kumimoji="1" lang="ja-JP" altLang="en-US" sz="1400" dirty="0">
                          <a:latin typeface="+mj-ea"/>
                          <a:ea typeface="+mj-ea"/>
                        </a:rPr>
                        <a:t>基地停電</a:t>
                      </a:r>
                    </a:p>
                  </a:txBody>
                  <a:tcPr marL="33231" marR="33231" marT="33231" marB="33231" anchor="ctr">
                    <a:solidFill>
                      <a:srgbClr val="FFCCFF"/>
                    </a:solidFill>
                  </a:tcPr>
                </a:tc>
                <a:tc>
                  <a:txBody>
                    <a:bodyPr/>
                    <a:lstStyle/>
                    <a:p>
                      <a:r>
                        <a:rPr kumimoji="1" lang="ja-JP" altLang="en-US" sz="1400" dirty="0">
                          <a:latin typeface="+mj-ea"/>
                          <a:ea typeface="+mj-ea"/>
                        </a:rPr>
                        <a:t>停電予備</a:t>
                      </a:r>
                    </a:p>
                  </a:txBody>
                  <a:tcPr marL="33231" marR="33231" marT="33231" marB="33231" anchor="ctr">
                    <a:solidFill>
                      <a:srgbClr val="FFCCFF"/>
                    </a:solidFill>
                  </a:tcPr>
                </a:tc>
                <a:tc gridSpan="3">
                  <a:txBody>
                    <a:bodyPr/>
                    <a:lstStyle/>
                    <a:p>
                      <a:pPr algn="ctr"/>
                      <a:r>
                        <a:rPr kumimoji="1" lang="ja-JP" altLang="en-US" sz="1400" dirty="0">
                          <a:latin typeface="+mj-ea"/>
                          <a:ea typeface="+mj-ea"/>
                        </a:rPr>
                        <a:t>事前準備</a:t>
                      </a:r>
                    </a:p>
                  </a:txBody>
                  <a:tcPr marL="33231" marR="33231" marT="33231" marB="33231" anchor="ctr">
                    <a:solidFill>
                      <a:schemeClr val="bg1">
                        <a:lumMod val="85000"/>
                      </a:schemeClr>
                    </a:solidFill>
                  </a:tcPr>
                </a:tc>
                <a:tc hMerge="1">
                  <a:txBody>
                    <a:bodyPr/>
                    <a:lstStyle/>
                    <a:p>
                      <a:endParaRPr kumimoji="1" lang="ja-JP" altLang="en-US" sz="1400" dirty="0">
                        <a:latin typeface="+mj-ea"/>
                        <a:ea typeface="+mj-ea"/>
                      </a:endParaRPr>
                    </a:p>
                  </a:txBody>
                  <a:tcPr marL="33231" marR="33231" marT="33231" marB="33231" anchor="ctr">
                    <a:noFill/>
                  </a:tcPr>
                </a:tc>
                <a:tc hMerge="1">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r>
                        <a:rPr kumimoji="1" lang="ja-JP" altLang="en-US" sz="1400" dirty="0">
                          <a:latin typeface="+mj-ea"/>
                          <a:ea typeface="+mj-ea"/>
                        </a:rPr>
                        <a:t>代替準備</a:t>
                      </a:r>
                    </a:p>
                  </a:txBody>
                  <a:tcPr marL="33231" marR="33231" marT="33231" marB="33231" anchor="ctr">
                    <a:solidFill>
                      <a:srgbClr val="FFCCFF"/>
                    </a:solidFill>
                  </a:tcPr>
                </a:tc>
                <a:tc>
                  <a:txBody>
                    <a:bodyPr/>
                    <a:lstStyle/>
                    <a:p>
                      <a:r>
                        <a:rPr kumimoji="1" lang="ja-JP" altLang="en-US" sz="1400" dirty="0">
                          <a:latin typeface="+mj-ea"/>
                          <a:ea typeface="+mj-ea"/>
                        </a:rPr>
                        <a:t>代替運用</a:t>
                      </a:r>
                    </a:p>
                  </a:txBody>
                  <a:tcPr marL="33231" marR="33231" marT="33231" marB="33231" anchor="ctr">
                    <a:solidFill>
                      <a:srgbClr val="FFCCFF"/>
                    </a:solidFill>
                  </a:tcPr>
                </a:tc>
                <a:tc>
                  <a:txBody>
                    <a:bodyPr/>
                    <a:lstStyle/>
                    <a:p>
                      <a:r>
                        <a:rPr kumimoji="1" lang="ja-JP" altLang="en-US" sz="1400" dirty="0">
                          <a:latin typeface="+mj-ea"/>
                          <a:ea typeface="+mj-ea"/>
                        </a:rPr>
                        <a:t>事前準備</a:t>
                      </a:r>
                    </a:p>
                  </a:txBody>
                  <a:tcPr marL="33231" marR="33231" marT="33231" marB="33231" anchor="ctr">
                    <a:solidFill>
                      <a:schemeClr val="bg1">
                        <a:lumMod val="85000"/>
                      </a:schemeClr>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1666840360"/>
                  </a:ext>
                </a:extLst>
              </a:tr>
              <a:tr h="514029">
                <a:tc gridSpan="3">
                  <a:txBody>
                    <a:bodyPr/>
                    <a:lstStyle/>
                    <a:p>
                      <a:pPr algn="ctr"/>
                      <a:r>
                        <a:rPr kumimoji="1" lang="ja-JP" altLang="en-US" sz="1200" b="0" i="0" dirty="0">
                          <a:latin typeface="+mj-ea"/>
                          <a:ea typeface="+mj-ea"/>
                        </a:rPr>
                        <a:t>総括班</a:t>
                      </a:r>
                      <a:endParaRPr kumimoji="1" lang="en-US" altLang="ja-JP" sz="1200" b="0" i="0" dirty="0">
                        <a:latin typeface="+mj-ea"/>
                        <a:ea typeface="+mj-ea"/>
                      </a:endParaRPr>
                    </a:p>
                  </a:txBody>
                  <a:tcPr marL="33231" marR="33231" marT="33231" marB="33231" anchor="ctr">
                    <a:solidFill>
                      <a:srgbClr val="FFFFCC"/>
                    </a:solidFill>
                  </a:tcPr>
                </a:tc>
                <a:tc hMerge="1">
                  <a:txBody>
                    <a:bodyPr/>
                    <a:lstStyle/>
                    <a:p>
                      <a:endParaRPr kumimoji="1" lang="ja-JP" altLang="en-US"/>
                    </a:p>
                  </a:txBody>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385692563"/>
                  </a:ext>
                </a:extLst>
              </a:tr>
              <a:tr h="896738">
                <a:tc rowSpan="6">
                  <a:txBody>
                    <a:bodyPr/>
                    <a:lstStyle/>
                    <a:p>
                      <a:pPr algn="ctr"/>
                      <a:r>
                        <a:rPr kumimoji="1" lang="ja-JP" altLang="en-US" sz="1200" b="0" i="0" dirty="0">
                          <a:latin typeface="+mj-ea"/>
                          <a:ea typeface="+mj-ea"/>
                        </a:rPr>
                        <a:t>ＣＰＴ</a:t>
                      </a:r>
                      <a:endParaRPr kumimoji="1" lang="en-US" altLang="ja-JP" sz="1200" b="0" i="0" dirty="0">
                        <a:latin typeface="+mj-ea"/>
                        <a:ea typeface="+mj-ea"/>
                      </a:endParaRPr>
                    </a:p>
                  </a:txBody>
                  <a:tcPr marL="33231" marR="33231" marT="33231" marB="33231" vert="eaVert" anchor="ctr">
                    <a:lnR w="12700" cap="flat" cmpd="sng" algn="ctr">
                      <a:solidFill>
                        <a:schemeClr val="tx1"/>
                      </a:solidFill>
                      <a:prstDash val="solid"/>
                      <a:round/>
                      <a:headEnd type="none" w="med" len="med"/>
                      <a:tailEnd type="none" w="med" len="med"/>
                    </a:lnR>
                    <a:solidFill>
                      <a:srgbClr val="FFFFCC"/>
                    </a:solidFill>
                  </a:tcPr>
                </a:tc>
                <a:tc gridSpan="2">
                  <a:txBody>
                    <a:bodyPr/>
                    <a:lstStyle/>
                    <a:p>
                      <a:pPr algn="ctr"/>
                      <a:r>
                        <a:rPr kumimoji="1" lang="ja-JP" altLang="en-US" sz="900" b="0" i="0" dirty="0">
                          <a:latin typeface="+mj-ea"/>
                          <a:ea typeface="+mj-ea"/>
                        </a:rPr>
                        <a:t>チームリーダー</a:t>
                      </a:r>
                      <a:endParaRPr kumimoji="1" lang="en-US" altLang="ja-JP" sz="900" b="0" i="0" dirty="0">
                        <a:latin typeface="+mj-ea"/>
                        <a:ea typeface="+mj-ea"/>
                      </a:endParaRP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646334874"/>
                  </a:ext>
                </a:extLst>
              </a:tr>
              <a:tr h="776201">
                <a:tc vMerge="1">
                  <a:txBody>
                    <a:bodyPr/>
                    <a:lstStyle/>
                    <a:p>
                      <a:endParaRPr kumimoji="1" lang="ja-JP" altLang="en-US"/>
                    </a:p>
                  </a:txBody>
                  <a:tcPr/>
                </a:tc>
                <a:tc gridSpan="2">
                  <a:txBody>
                    <a:bodyPr/>
                    <a:lstStyle/>
                    <a:p>
                      <a:pPr algn="ctr"/>
                      <a:r>
                        <a:rPr kumimoji="1" lang="ja-JP" altLang="en-US" sz="1000" b="0" i="0" dirty="0">
                          <a:latin typeface="+mj-ea"/>
                          <a:ea typeface="+mj-ea"/>
                        </a:rPr>
                        <a:t>テックリーダー</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97843370"/>
                  </a:ext>
                </a:extLst>
              </a:tr>
              <a:tr h="609803">
                <a:tc vMerge="1">
                  <a:txBody>
                    <a:bodyPr/>
                    <a:lstStyle/>
                    <a:p>
                      <a:pPr algn="ctr"/>
                      <a:endParaRPr kumimoji="1" lang="ja-JP" altLang="en-US" sz="1400" b="1" dirty="0">
                        <a:latin typeface="+mj-ea"/>
                        <a:ea typeface="+mj-ea"/>
                      </a:endParaRPr>
                    </a:p>
                  </a:txBody>
                  <a:tcPr marL="33231" marR="33231" marT="33231" marB="33231" anchor="ctr">
                    <a:lnR w="12700" cap="flat" cmpd="sng" algn="ctr">
                      <a:solidFill>
                        <a:schemeClr val="tx1"/>
                      </a:solidFill>
                      <a:prstDash val="solid"/>
                      <a:round/>
                      <a:headEnd type="none" w="med" len="med"/>
                      <a:tailEnd type="none" w="med" len="med"/>
                    </a:lnR>
                    <a:solidFill>
                      <a:srgbClr val="FFFFCC"/>
                    </a:solidFill>
                  </a:tcPr>
                </a:tc>
                <a:tc rowSpan="3">
                  <a:txBody>
                    <a:bodyPr/>
                    <a:lstStyle/>
                    <a:p>
                      <a:pPr algn="ctr"/>
                      <a:r>
                        <a:rPr kumimoji="1" lang="ja-JP" altLang="en-US" sz="1000" b="0" i="0" dirty="0">
                          <a:latin typeface="+mj-ea"/>
                          <a:ea typeface="+mj-ea"/>
                        </a:rPr>
                        <a:t>アナリスト</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a:txBody>
                    <a:bodyPr/>
                    <a:lstStyle/>
                    <a:p>
                      <a:pPr algn="ctr"/>
                      <a:r>
                        <a:rPr kumimoji="1" lang="en-US" altLang="ja-JP" sz="1000" b="0" i="0" dirty="0">
                          <a:latin typeface="+mj-ea"/>
                          <a:ea typeface="+mj-ea"/>
                        </a:rPr>
                        <a:t>Gp1</a:t>
                      </a:r>
                    </a:p>
                  </a:txBody>
                  <a:tcPr marL="0" marR="0" marT="33231" marB="33231" anchor="ctr">
                    <a:solidFill>
                      <a:srgbClr val="FFFFCC"/>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382854802"/>
                  </a:ext>
                </a:extLst>
              </a:tr>
              <a:tr h="616281">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00" b="0" i="0" dirty="0">
                          <a:latin typeface="+mj-ea"/>
                          <a:ea typeface="+mj-ea"/>
                        </a:rPr>
                        <a:t>Gp2</a:t>
                      </a:r>
                    </a:p>
                  </a:txBody>
                  <a:tcPr marL="0" marR="0" marT="33231" marB="33231" anchor="ctr">
                    <a:solidFill>
                      <a:srgbClr val="FFFFCC"/>
                    </a:solidFill>
                  </a:tcPr>
                </a:tc>
                <a:tc>
                  <a:txBody>
                    <a:bodyPr/>
                    <a:lstStyle/>
                    <a:p>
                      <a:endParaRPr kumimoji="1" lang="ja-JP" altLang="en-US" dirty="0"/>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739469348"/>
                  </a:ext>
                </a:extLst>
              </a:tr>
              <a:tr h="584463">
                <a:tc vMerge="1">
                  <a:txBody>
                    <a:bodyPr/>
                    <a:lstStyle/>
                    <a:p>
                      <a:endParaRPr kumimoji="1" lang="ja-JP" altLang="en-US"/>
                    </a:p>
                  </a:txBody>
                  <a:tcPr/>
                </a:tc>
                <a:tc vMerge="1">
                  <a:txBody>
                    <a:bodyPr/>
                    <a:lstStyle/>
                    <a:p>
                      <a:endParaRPr kumimoji="1" lang="ja-JP" altLang="en-US"/>
                    </a:p>
                  </a:txBody>
                  <a:tcPr/>
                </a:tc>
                <a:tc>
                  <a:txBody>
                    <a:bodyPr/>
                    <a:lstStyle/>
                    <a:p>
                      <a:pPr algn="ctr"/>
                      <a:r>
                        <a:rPr kumimoji="1" lang="en-US" altLang="ja-JP" sz="1000" b="0" i="0" dirty="0">
                          <a:latin typeface="+mj-ea"/>
                          <a:ea typeface="+mj-ea"/>
                        </a:rPr>
                        <a:t>Gp3</a:t>
                      </a:r>
                    </a:p>
                  </a:txBody>
                  <a:tcPr marL="0" marR="0" marT="33231" marB="33231" anchor="ctr">
                    <a:solidFill>
                      <a:srgbClr val="FFFFCC"/>
                    </a:solidFill>
                  </a:tcPr>
                </a:tc>
                <a:tc>
                  <a:txBody>
                    <a:bodyPr/>
                    <a:lstStyle/>
                    <a:p>
                      <a:endParaRPr kumimoji="1" lang="ja-JP" altLang="en-US" dirty="0"/>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noFill/>
                  </a:tcPr>
                </a:tc>
                <a:tc>
                  <a:txBody>
                    <a:bodyPr/>
                    <a:lstStyle/>
                    <a:p>
                      <a:endParaRPr kumimoji="1" lang="ja-JP" altLang="en-US"/>
                    </a:p>
                  </a:txBody>
                  <a:tcPr marL="33231" marR="33231" marT="33231" marB="33231" anchor="ctr">
                    <a:noFill/>
                  </a:tcP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dirty="0"/>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solidFill>
                      <a:srgbClr val="FFCCFF"/>
                    </a:solidFill>
                  </a:tcPr>
                </a:tc>
                <a:tc>
                  <a:txBody>
                    <a:bodyPr/>
                    <a:lstStyle/>
                    <a:p>
                      <a:endParaRPr kumimoji="1" lang="ja-JP" altLang="en-US"/>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dirty="0"/>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a:p>
                  </a:txBody>
                  <a:tcPr marL="33231" marR="33231" marT="33231" marB="33231" anchor="ctr"/>
                </a:tc>
                <a:tc>
                  <a:txBody>
                    <a:bodyPr/>
                    <a:lstStyle/>
                    <a:p>
                      <a:endParaRPr kumimoji="1" lang="ja-JP" altLang="en-US" dirty="0"/>
                    </a:p>
                  </a:txBody>
                  <a:tcPr marL="33231" marR="33231" marT="33231" marB="33231" anchor="ctr"/>
                </a:tc>
                <a:extLst>
                  <a:ext uri="{0D108BD9-81ED-4DB2-BD59-A6C34878D82A}">
                    <a16:rowId xmlns:a16="http://schemas.microsoft.com/office/drawing/2014/main" val="3704448130"/>
                  </a:ext>
                </a:extLst>
              </a:tr>
              <a:tr h="487506">
                <a:tc vMerge="1">
                  <a:txBody>
                    <a:bodyPr/>
                    <a:lstStyle/>
                    <a:p>
                      <a:pPr algn="ctr"/>
                      <a:endParaRPr kumimoji="1" lang="ja-JP" altLang="en-US" sz="1400" b="1" dirty="0">
                        <a:latin typeface="+mj-ea"/>
                        <a:ea typeface="+mj-ea"/>
                      </a:endParaRPr>
                    </a:p>
                  </a:txBody>
                  <a:tcPr marL="33231" marR="33231" marT="33231" marB="33231" anchor="ctr">
                    <a:lnR w="12700" cap="flat" cmpd="sng" algn="ctr">
                      <a:solidFill>
                        <a:schemeClr val="tx1"/>
                      </a:solidFill>
                      <a:prstDash val="solid"/>
                      <a:round/>
                      <a:headEnd type="none" w="med" len="med"/>
                      <a:tailEnd type="none" w="med" len="med"/>
                    </a:lnR>
                    <a:solidFill>
                      <a:srgbClr val="FFFFCC"/>
                    </a:solidFill>
                  </a:tcPr>
                </a:tc>
                <a:tc gridSpan="2">
                  <a:txBody>
                    <a:bodyPr/>
                    <a:lstStyle/>
                    <a:p>
                      <a:pPr algn="ctr"/>
                      <a:r>
                        <a:rPr kumimoji="1" lang="ja-JP" altLang="en-US" sz="1000" b="0" i="0" dirty="0">
                          <a:latin typeface="+mj-ea"/>
                          <a:ea typeface="+mj-ea"/>
                        </a:rPr>
                        <a:t>インフラ</a:t>
                      </a:r>
                    </a:p>
                  </a:txBody>
                  <a:tcPr marL="0" marR="0" marT="33231" marB="33231" vert="eaVert" anchor="ctr">
                    <a:lnL w="12700" cap="flat" cmpd="sng" algn="ctr">
                      <a:solidFill>
                        <a:schemeClr val="tx1"/>
                      </a:solidFill>
                      <a:prstDash val="solid"/>
                      <a:round/>
                      <a:headEnd type="none" w="med" len="med"/>
                      <a:tailEnd type="none" w="med" len="med"/>
                    </a:lnL>
                    <a:solidFill>
                      <a:srgbClr val="FFFFCC"/>
                    </a:solidFill>
                  </a:tcPr>
                </a:tc>
                <a:tc hMerge="1">
                  <a:txBody>
                    <a:bodyPr/>
                    <a:lstStyle/>
                    <a:p>
                      <a:endParaRPr kumimoji="1" lang="ja-JP" altLang="en-US"/>
                    </a:p>
                  </a:txBody>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no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solidFill>
                      <a:srgbClr val="FFCCFF"/>
                    </a:solidFill>
                  </a:tcP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tc>
                  <a:txBody>
                    <a:bodyPr/>
                    <a:lstStyle/>
                    <a:p>
                      <a:endParaRPr kumimoji="1" lang="ja-JP" altLang="en-US" sz="1400" dirty="0">
                        <a:latin typeface="+mj-ea"/>
                        <a:ea typeface="+mj-ea"/>
                      </a:endParaRPr>
                    </a:p>
                  </a:txBody>
                  <a:tcPr marL="33231" marR="33231" marT="33231" marB="33231" anchor="ctr"/>
                </a:tc>
                <a:extLst>
                  <a:ext uri="{0D108BD9-81ED-4DB2-BD59-A6C34878D82A}">
                    <a16:rowId xmlns:a16="http://schemas.microsoft.com/office/drawing/2014/main" val="2247752717"/>
                  </a:ext>
                </a:extLst>
              </a:tr>
            </a:tbl>
          </a:graphicData>
        </a:graphic>
      </p:graphicFrame>
      <p:sp>
        <p:nvSpPr>
          <p:cNvPr id="17" name="正方形/長方形 16">
            <a:extLst>
              <a:ext uri="{FF2B5EF4-FFF2-40B4-BE49-F238E27FC236}">
                <a16:creationId xmlns:a16="http://schemas.microsoft.com/office/drawing/2014/main" id="{C5298FC2-B896-4E5D-B596-A0D61F72D7EC}"/>
              </a:ext>
            </a:extLst>
          </p:cNvPr>
          <p:cNvSpPr/>
          <p:nvPr/>
        </p:nvSpPr>
        <p:spPr>
          <a:xfrm>
            <a:off x="10541480" y="2846717"/>
            <a:ext cx="1270749" cy="3886924"/>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移動（春日～入間）</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器材撤収</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0" name="正方形/長方形 19">
            <a:extLst>
              <a:ext uri="{FF2B5EF4-FFF2-40B4-BE49-F238E27FC236}">
                <a16:creationId xmlns:a16="http://schemas.microsoft.com/office/drawing/2014/main" id="{88690D32-31E3-4D1E-92A3-795DD911B6F2}"/>
              </a:ext>
            </a:extLst>
          </p:cNvPr>
          <p:cNvSpPr/>
          <p:nvPr/>
        </p:nvSpPr>
        <p:spPr>
          <a:xfrm>
            <a:off x="4174231" y="4549930"/>
            <a:ext cx="8430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a:t>
            </a:r>
            <a:endParaRPr kumimoji="1" lang="en-US" altLang="ja-JP" sz="1200" b="1" dirty="0">
              <a:solidFill>
                <a:prstClr val="black"/>
              </a:solidFill>
              <a:latin typeface="ＭＳ ゴシック" panose="020B0609070205080204" pitchFamily="49" charset="-128"/>
              <a:ea typeface="ＭＳ ゴシック" panose="020B0609070205080204" pitchFamily="49" charset="-128"/>
            </a:endParaRPr>
          </a:p>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2" name="正方形/長方形 21">
            <a:extLst>
              <a:ext uri="{FF2B5EF4-FFF2-40B4-BE49-F238E27FC236}">
                <a16:creationId xmlns:a16="http://schemas.microsoft.com/office/drawing/2014/main" id="{D09B0E13-FDD9-4371-B17E-F30B413C42B5}"/>
              </a:ext>
            </a:extLst>
          </p:cNvPr>
          <p:cNvSpPr/>
          <p:nvPr/>
        </p:nvSpPr>
        <p:spPr>
          <a:xfrm>
            <a:off x="995824" y="2864038"/>
            <a:ext cx="827459" cy="3869603"/>
          </a:xfrm>
          <a:prstGeom prst="rect">
            <a:avLst/>
          </a:prstGeom>
          <a:solidFill>
            <a:schemeClr val="bg1">
              <a:lumMod val="6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移動（入間～</a:t>
            </a:r>
            <a:r>
              <a:rPr kumimoji="1" lang="ja-JP" altLang="en-US" sz="1600" dirty="0">
                <a:solidFill>
                  <a:prstClr val="black"/>
                </a:solidFill>
                <a:latin typeface="ＭＳ ゴシック" panose="020B0609070205080204" pitchFamily="49" charset="-128"/>
                <a:ea typeface="ＭＳ ゴシック" panose="020B0609070205080204" pitchFamily="49" charset="-128"/>
              </a:rPr>
              <a:t>春日</a:t>
            </a: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　　　器材展開</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30" name="タイトル 1">
            <a:extLst>
              <a:ext uri="{FF2B5EF4-FFF2-40B4-BE49-F238E27FC236}">
                <a16:creationId xmlns:a16="http://schemas.microsoft.com/office/drawing/2014/main" id="{2FC0C639-FE0B-4638-8D9D-CF5A12F1637E}"/>
              </a:ext>
            </a:extLst>
          </p:cNvPr>
          <p:cNvSpPr txBox="1">
            <a:spLocks/>
          </p:cNvSpPr>
          <p:nvPr/>
        </p:nvSpPr>
        <p:spPr>
          <a:xfrm>
            <a:off x="2185416" y="141926"/>
            <a:ext cx="8119872" cy="473465"/>
          </a:xfrm>
        </p:spPr>
        <p:txBody>
          <a:bodyPr anchor="ctr">
            <a:normAutofit lnSpcReduction="10000"/>
          </a:bodyPr>
          <a:lstStyle>
            <a:lvl1pPr algn="ctr" defTabSz="914400" rtl="0" eaLnBrk="1" latinLnBrk="0" hangingPunct="1">
              <a:lnSpc>
                <a:spcPct val="90000"/>
              </a:lnSpc>
              <a:spcBef>
                <a:spcPct val="0"/>
              </a:spcBef>
              <a:buNone/>
              <a:defRPr kumimoji="1" sz="1575" b="1" kern="1200">
                <a:solidFill>
                  <a:schemeClr val="tx1"/>
                </a:solidFill>
                <a:latin typeface="游ゴシック" panose="020B0400000000000000" pitchFamily="50" charset="-128"/>
                <a:ea typeface="游ゴシック" panose="020B0400000000000000" pitchFamily="50" charset="-128"/>
                <a:cs typeface="+mj-cs"/>
              </a:defRPr>
            </a:lvl1pPr>
          </a:lstStyle>
          <a:p>
            <a:pPr lvl="0"/>
            <a:r>
              <a:rPr lang="ja-JP" altLang="en-US" sz="2800" b="0" dirty="0">
                <a:solidFill>
                  <a:prstClr val="black"/>
                </a:solidFill>
                <a:latin typeface="ＭＳ ゴシック" panose="020B0609070205080204" pitchFamily="49" charset="-128"/>
                <a:ea typeface="ＭＳ ゴシック" panose="020B0609070205080204" pitchFamily="49" charset="-128"/>
              </a:rPr>
              <a:t>バトルリズム（全般日程）</a:t>
            </a:r>
            <a:endParaRPr kumimoji="1" lang="ja-JP" altLang="en-US" sz="2800" b="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j-cs"/>
            </a:endParaRPr>
          </a:p>
        </p:txBody>
      </p:sp>
      <p:sp>
        <p:nvSpPr>
          <p:cNvPr id="24" name="正方形/長方形 23">
            <a:extLst>
              <a:ext uri="{FF2B5EF4-FFF2-40B4-BE49-F238E27FC236}">
                <a16:creationId xmlns:a16="http://schemas.microsoft.com/office/drawing/2014/main" id="{9AAD5F6E-8172-4136-99B0-333C77F4903D}"/>
              </a:ext>
            </a:extLst>
          </p:cNvPr>
          <p:cNvSpPr/>
          <p:nvPr/>
        </p:nvSpPr>
        <p:spPr>
          <a:xfrm>
            <a:off x="2814548" y="4537493"/>
            <a:ext cx="1282656" cy="1702457"/>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ログ整形支援</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検知ルール確認</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7" name="正方形/長方形 26">
            <a:extLst>
              <a:ext uri="{FF2B5EF4-FFF2-40B4-BE49-F238E27FC236}">
                <a16:creationId xmlns:a16="http://schemas.microsoft.com/office/drawing/2014/main" id="{32240306-9DBD-4392-B504-D4B7C02F30EC}"/>
              </a:ext>
            </a:extLst>
          </p:cNvPr>
          <p:cNvSpPr/>
          <p:nvPr/>
        </p:nvSpPr>
        <p:spPr>
          <a:xfrm>
            <a:off x="2824556" y="3301462"/>
            <a:ext cx="1731805" cy="371403"/>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ＭＯへの報告等</a:t>
            </a:r>
          </a:p>
        </p:txBody>
      </p:sp>
      <p:sp>
        <p:nvSpPr>
          <p:cNvPr id="66" name="正方形/長方形 65">
            <a:extLst>
              <a:ext uri="{FF2B5EF4-FFF2-40B4-BE49-F238E27FC236}">
                <a16:creationId xmlns:a16="http://schemas.microsoft.com/office/drawing/2014/main" id="{135B8633-EA71-43AF-B20A-B3083A47791B}"/>
              </a:ext>
            </a:extLst>
          </p:cNvPr>
          <p:cNvSpPr/>
          <p:nvPr/>
        </p:nvSpPr>
        <p:spPr>
          <a:xfrm>
            <a:off x="5998221" y="3301462"/>
            <a:ext cx="2189076" cy="379727"/>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ＭＯへの報告等</a:t>
            </a:r>
          </a:p>
        </p:txBody>
      </p:sp>
      <p:sp>
        <p:nvSpPr>
          <p:cNvPr id="67" name="正方形/長方形 66">
            <a:extLst>
              <a:ext uri="{FF2B5EF4-FFF2-40B4-BE49-F238E27FC236}">
                <a16:creationId xmlns:a16="http://schemas.microsoft.com/office/drawing/2014/main" id="{15D47751-C680-449F-99C1-93B91435A984}"/>
              </a:ext>
            </a:extLst>
          </p:cNvPr>
          <p:cNvSpPr/>
          <p:nvPr/>
        </p:nvSpPr>
        <p:spPr>
          <a:xfrm>
            <a:off x="2802252" y="2853026"/>
            <a:ext cx="2661780" cy="404257"/>
          </a:xfrm>
          <a:prstGeom prst="rect">
            <a:avLst/>
          </a:prstGeom>
          <a:solidFill>
            <a:srgbClr val="FFFFC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全般指揮</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147" name="正方形/長方形 146">
            <a:extLst>
              <a:ext uri="{FF2B5EF4-FFF2-40B4-BE49-F238E27FC236}">
                <a16:creationId xmlns:a16="http://schemas.microsoft.com/office/drawing/2014/main" id="{BF6CEBAB-24D8-4FEF-8EC3-45DFEA77CA56}"/>
              </a:ext>
            </a:extLst>
          </p:cNvPr>
          <p:cNvSpPr/>
          <p:nvPr/>
        </p:nvSpPr>
        <p:spPr>
          <a:xfrm>
            <a:off x="5998221" y="2859065"/>
            <a:ext cx="4458198" cy="398217"/>
          </a:xfrm>
          <a:prstGeom prst="rect">
            <a:avLst/>
          </a:prstGeom>
          <a:solidFill>
            <a:srgbClr val="FFFFC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全般</a:t>
            </a: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指揮</a:t>
            </a:r>
          </a:p>
        </p:txBody>
      </p:sp>
      <p:sp>
        <p:nvSpPr>
          <p:cNvPr id="23" name="正方形/長方形 22">
            <a:extLst>
              <a:ext uri="{FF2B5EF4-FFF2-40B4-BE49-F238E27FC236}">
                <a16:creationId xmlns:a16="http://schemas.microsoft.com/office/drawing/2014/main" id="{FE9649C2-C8B2-41DD-84D3-C139E3D31B67}"/>
              </a:ext>
            </a:extLst>
          </p:cNvPr>
          <p:cNvSpPr/>
          <p:nvPr/>
        </p:nvSpPr>
        <p:spPr>
          <a:xfrm>
            <a:off x="1915064" y="2859065"/>
            <a:ext cx="809687" cy="3874576"/>
          </a:xfrm>
          <a:prstGeom prst="rect">
            <a:avLst/>
          </a:prstGeom>
          <a:solidFill>
            <a:srgbClr val="FFCC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休養日</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26" name="正方形/長方形 25">
            <a:extLst>
              <a:ext uri="{FF2B5EF4-FFF2-40B4-BE49-F238E27FC236}">
                <a16:creationId xmlns:a16="http://schemas.microsoft.com/office/drawing/2014/main" id="{723EE8DC-48CE-4B5D-91D8-B750089454DF}"/>
              </a:ext>
            </a:extLst>
          </p:cNvPr>
          <p:cNvSpPr/>
          <p:nvPr/>
        </p:nvSpPr>
        <p:spPr>
          <a:xfrm>
            <a:off x="5544784" y="2859066"/>
            <a:ext cx="352529" cy="3896148"/>
          </a:xfrm>
          <a:prstGeom prst="rect">
            <a:avLst/>
          </a:prstGeom>
          <a:solidFill>
            <a:srgbClr val="FFCCCC"/>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休養日</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31" name="正方形/長方形 30">
            <a:extLst>
              <a:ext uri="{FF2B5EF4-FFF2-40B4-BE49-F238E27FC236}">
                <a16:creationId xmlns:a16="http://schemas.microsoft.com/office/drawing/2014/main" id="{418F6DCA-CA62-48CA-B11F-C599EE9F9C2D}"/>
              </a:ext>
            </a:extLst>
          </p:cNvPr>
          <p:cNvSpPr/>
          <p:nvPr/>
        </p:nvSpPr>
        <p:spPr>
          <a:xfrm>
            <a:off x="9178482" y="3301462"/>
            <a:ext cx="1277938" cy="371343"/>
          </a:xfrm>
          <a:prstGeom prst="rect">
            <a:avLst/>
          </a:prstGeom>
          <a:solidFill>
            <a:srgbClr val="CC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ＭＯへの報告等</a:t>
            </a:r>
          </a:p>
        </p:txBody>
      </p:sp>
      <p:sp>
        <p:nvSpPr>
          <p:cNvPr id="49" name="正方形/長方形 48">
            <a:extLst>
              <a:ext uri="{FF2B5EF4-FFF2-40B4-BE49-F238E27FC236}">
                <a16:creationId xmlns:a16="http://schemas.microsoft.com/office/drawing/2014/main" id="{28FFA180-0D02-4CC3-A6ED-71F411075216}"/>
              </a:ext>
            </a:extLst>
          </p:cNvPr>
          <p:cNvSpPr/>
          <p:nvPr/>
        </p:nvSpPr>
        <p:spPr>
          <a:xfrm>
            <a:off x="5072193" y="4529626"/>
            <a:ext cx="378290" cy="1712351"/>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仮説見直し</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0" name="正方形/長方形 49">
            <a:extLst>
              <a:ext uri="{FF2B5EF4-FFF2-40B4-BE49-F238E27FC236}">
                <a16:creationId xmlns:a16="http://schemas.microsoft.com/office/drawing/2014/main" id="{260D093B-452A-4F7F-80FC-6EAD6C521978}"/>
              </a:ext>
            </a:extLst>
          </p:cNvPr>
          <p:cNvSpPr/>
          <p:nvPr/>
        </p:nvSpPr>
        <p:spPr>
          <a:xfrm>
            <a:off x="1283412" y="2570595"/>
            <a:ext cx="9402792" cy="208478"/>
          </a:xfrm>
          <a:prstGeom prst="rect">
            <a:avLst/>
          </a:prstGeom>
          <a:solidFill>
            <a:srgbClr val="FFC0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成果収集</a:t>
            </a:r>
          </a:p>
        </p:txBody>
      </p:sp>
      <p:sp>
        <p:nvSpPr>
          <p:cNvPr id="51" name="正方形/長方形 50">
            <a:extLst>
              <a:ext uri="{FF2B5EF4-FFF2-40B4-BE49-F238E27FC236}">
                <a16:creationId xmlns:a16="http://schemas.microsoft.com/office/drawing/2014/main" id="{15465C42-D2F9-4320-853B-C767736AAA76}"/>
              </a:ext>
            </a:extLst>
          </p:cNvPr>
          <p:cNvSpPr/>
          <p:nvPr/>
        </p:nvSpPr>
        <p:spPr>
          <a:xfrm>
            <a:off x="1283412" y="2329067"/>
            <a:ext cx="539968" cy="198839"/>
          </a:xfrm>
          <a:prstGeom prst="rect">
            <a:avLst/>
          </a:prstGeom>
          <a:solidFill>
            <a:srgbClr val="00B05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prstClr val="black"/>
                </a:solidFill>
                <a:latin typeface="ＭＳ ゴシック" panose="020B0609070205080204" pitchFamily="49" charset="-128"/>
                <a:ea typeface="ＭＳ ゴシック" panose="020B0609070205080204" pitchFamily="49" charset="-128"/>
              </a:rPr>
              <a:t>現地</a:t>
            </a:r>
            <a:r>
              <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調整</a:t>
            </a:r>
          </a:p>
        </p:txBody>
      </p:sp>
      <p:sp>
        <p:nvSpPr>
          <p:cNvPr id="52" name="正方形/長方形 51">
            <a:extLst>
              <a:ext uri="{FF2B5EF4-FFF2-40B4-BE49-F238E27FC236}">
                <a16:creationId xmlns:a16="http://schemas.microsoft.com/office/drawing/2014/main" id="{E0BB1870-09E7-41B0-B058-3D211E0FF4C8}"/>
              </a:ext>
            </a:extLst>
          </p:cNvPr>
          <p:cNvSpPr/>
          <p:nvPr/>
        </p:nvSpPr>
        <p:spPr>
          <a:xfrm>
            <a:off x="2811706" y="6556075"/>
            <a:ext cx="1282657" cy="180109"/>
          </a:xfrm>
          <a:prstGeom prst="rect">
            <a:avLst/>
          </a:prstGeom>
          <a:solidFill>
            <a:schemeClr val="accent6"/>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ログ受領・整形</a:t>
            </a:r>
          </a:p>
        </p:txBody>
      </p:sp>
      <p:sp>
        <p:nvSpPr>
          <p:cNvPr id="53" name="正方形/長方形 52">
            <a:extLst>
              <a:ext uri="{FF2B5EF4-FFF2-40B4-BE49-F238E27FC236}">
                <a16:creationId xmlns:a16="http://schemas.microsoft.com/office/drawing/2014/main" id="{51B1944F-CE5B-4082-BF4C-629877900D69}"/>
              </a:ext>
            </a:extLst>
          </p:cNvPr>
          <p:cNvSpPr/>
          <p:nvPr/>
        </p:nvSpPr>
        <p:spPr>
          <a:xfrm>
            <a:off x="5998222" y="4134175"/>
            <a:ext cx="4457380" cy="315403"/>
          </a:xfrm>
          <a:prstGeom prst="rect">
            <a:avLst/>
          </a:prstGeom>
          <a:solidFill>
            <a:schemeClr val="accent4">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ハードニングプラン作成</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42" name="正方形/長方形 41">
            <a:extLst>
              <a:ext uri="{FF2B5EF4-FFF2-40B4-BE49-F238E27FC236}">
                <a16:creationId xmlns:a16="http://schemas.microsoft.com/office/drawing/2014/main" id="{C5F8C877-FE0C-4A06-B791-F39CF78A0AB7}"/>
              </a:ext>
            </a:extLst>
          </p:cNvPr>
          <p:cNvSpPr/>
          <p:nvPr/>
        </p:nvSpPr>
        <p:spPr>
          <a:xfrm>
            <a:off x="4171919" y="6347529"/>
            <a:ext cx="1282657" cy="377486"/>
          </a:xfrm>
          <a:prstGeom prst="rect">
            <a:avLst/>
          </a:prstGeom>
          <a:solidFill>
            <a:srgbClr val="D8BEE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維持管理</a:t>
            </a:r>
          </a:p>
        </p:txBody>
      </p:sp>
      <p:sp>
        <p:nvSpPr>
          <p:cNvPr id="45" name="正方形/長方形 44">
            <a:extLst>
              <a:ext uri="{FF2B5EF4-FFF2-40B4-BE49-F238E27FC236}">
                <a16:creationId xmlns:a16="http://schemas.microsoft.com/office/drawing/2014/main" id="{7CE2790D-D35D-49C5-84A6-A2F54F120BAA}"/>
              </a:ext>
            </a:extLst>
          </p:cNvPr>
          <p:cNvSpPr/>
          <p:nvPr/>
        </p:nvSpPr>
        <p:spPr>
          <a:xfrm>
            <a:off x="5990830" y="6356155"/>
            <a:ext cx="4473150" cy="377486"/>
          </a:xfrm>
          <a:prstGeom prst="rect">
            <a:avLst/>
          </a:prstGeom>
          <a:solidFill>
            <a:srgbClr val="D8BEEC"/>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維持管理</a:t>
            </a:r>
          </a:p>
        </p:txBody>
      </p:sp>
      <p:sp>
        <p:nvSpPr>
          <p:cNvPr id="46" name="正方形/長方形 45">
            <a:extLst>
              <a:ext uri="{FF2B5EF4-FFF2-40B4-BE49-F238E27FC236}">
                <a16:creationId xmlns:a16="http://schemas.microsoft.com/office/drawing/2014/main" id="{DFB2E568-3928-45DE-A4B0-36DC81626CF1}"/>
              </a:ext>
            </a:extLst>
          </p:cNvPr>
          <p:cNvSpPr/>
          <p:nvPr/>
        </p:nvSpPr>
        <p:spPr>
          <a:xfrm>
            <a:off x="5998221" y="3763525"/>
            <a:ext cx="4452536" cy="315403"/>
          </a:xfrm>
          <a:prstGeom prst="rect">
            <a:avLst/>
          </a:prstGeom>
          <a:solidFill>
            <a:schemeClr val="accent5"/>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インテル</a:t>
            </a:r>
          </a:p>
        </p:txBody>
      </p:sp>
      <p:sp>
        <p:nvSpPr>
          <p:cNvPr id="54" name="正方形/長方形 53">
            <a:extLst>
              <a:ext uri="{FF2B5EF4-FFF2-40B4-BE49-F238E27FC236}">
                <a16:creationId xmlns:a16="http://schemas.microsoft.com/office/drawing/2014/main" id="{1C34FC01-3E47-4FE0-ACF2-0A8FBDC40493}"/>
              </a:ext>
            </a:extLst>
          </p:cNvPr>
          <p:cNvSpPr/>
          <p:nvPr/>
        </p:nvSpPr>
        <p:spPr>
          <a:xfrm>
            <a:off x="2824556" y="4131193"/>
            <a:ext cx="2631555" cy="315403"/>
          </a:xfrm>
          <a:prstGeom prst="rect">
            <a:avLst/>
          </a:prstGeom>
          <a:solidFill>
            <a:schemeClr val="accent4">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prstClr val="black"/>
                </a:solidFill>
                <a:latin typeface="ＭＳ ゴシック" panose="020B0609070205080204" pitchFamily="49" charset="-128"/>
                <a:ea typeface="ＭＳ ゴシック" panose="020B0609070205080204" pitchFamily="49" charset="-128"/>
              </a:rPr>
              <a:t>ハードニングプラン作成</a:t>
            </a:r>
            <a:endPar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5" name="正方形/長方形 54">
            <a:extLst>
              <a:ext uri="{FF2B5EF4-FFF2-40B4-BE49-F238E27FC236}">
                <a16:creationId xmlns:a16="http://schemas.microsoft.com/office/drawing/2014/main" id="{51D1C329-E2B0-4883-A402-AED7EFE96F70}"/>
              </a:ext>
            </a:extLst>
          </p:cNvPr>
          <p:cNvSpPr/>
          <p:nvPr/>
        </p:nvSpPr>
        <p:spPr>
          <a:xfrm>
            <a:off x="2824556" y="3760543"/>
            <a:ext cx="2626712" cy="315403"/>
          </a:xfrm>
          <a:prstGeom prst="rect">
            <a:avLst/>
          </a:prstGeom>
          <a:solidFill>
            <a:schemeClr val="accent5"/>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インテル</a:t>
            </a:r>
          </a:p>
        </p:txBody>
      </p:sp>
      <p:sp>
        <p:nvSpPr>
          <p:cNvPr id="56" name="正方形/長方形 55">
            <a:extLst>
              <a:ext uri="{FF2B5EF4-FFF2-40B4-BE49-F238E27FC236}">
                <a16:creationId xmlns:a16="http://schemas.microsoft.com/office/drawing/2014/main" id="{E1932D14-A66B-4DF3-A84A-77197DC594C6}"/>
              </a:ext>
            </a:extLst>
          </p:cNvPr>
          <p:cNvSpPr/>
          <p:nvPr/>
        </p:nvSpPr>
        <p:spPr>
          <a:xfrm>
            <a:off x="2809811" y="6325008"/>
            <a:ext cx="1282657" cy="180109"/>
          </a:xfrm>
          <a:prstGeom prst="rect">
            <a:avLst/>
          </a:prstGeom>
          <a:solidFill>
            <a:schemeClr val="accent2">
              <a:lumMod val="60000"/>
              <a:lumOff val="4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環境構築</a:t>
            </a:r>
          </a:p>
        </p:txBody>
      </p:sp>
      <p:sp>
        <p:nvSpPr>
          <p:cNvPr id="57" name="正方形/長方形 56">
            <a:extLst>
              <a:ext uri="{FF2B5EF4-FFF2-40B4-BE49-F238E27FC236}">
                <a16:creationId xmlns:a16="http://schemas.microsoft.com/office/drawing/2014/main" id="{306454B8-526E-48D3-9992-7D39DEF37171}"/>
              </a:ext>
            </a:extLst>
          </p:cNvPr>
          <p:cNvSpPr/>
          <p:nvPr/>
        </p:nvSpPr>
        <p:spPr>
          <a:xfrm>
            <a:off x="6904959" y="1815461"/>
            <a:ext cx="807222" cy="166171"/>
          </a:xfrm>
          <a:prstGeom prst="rect">
            <a:avLst/>
          </a:prstGeom>
          <a:solidFill>
            <a:srgbClr val="66FFFF"/>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solidFill>
                  <a:prstClr val="black"/>
                </a:solidFill>
                <a:latin typeface="ＭＳ ゴシック" panose="020B0609070205080204" pitchFamily="49" charset="-128"/>
                <a:ea typeface="ＭＳ ゴシック" panose="020B0609070205080204" pitchFamily="49" charset="-128"/>
              </a:rPr>
              <a:t>司令視察</a:t>
            </a:r>
            <a:endPar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8" name="正方形/長方形 57">
            <a:extLst>
              <a:ext uri="{FF2B5EF4-FFF2-40B4-BE49-F238E27FC236}">
                <a16:creationId xmlns:a16="http://schemas.microsoft.com/office/drawing/2014/main" id="{4E8FF9EF-8937-4586-8A00-DC06CB722211}"/>
              </a:ext>
            </a:extLst>
          </p:cNvPr>
          <p:cNvSpPr/>
          <p:nvPr/>
        </p:nvSpPr>
        <p:spPr>
          <a:xfrm>
            <a:off x="6447971" y="2080142"/>
            <a:ext cx="1264210" cy="147456"/>
          </a:xfrm>
          <a:prstGeom prst="rect">
            <a:avLst/>
          </a:prstGeom>
          <a:solidFill>
            <a:srgbClr val="FFFF00"/>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dirty="0">
                <a:solidFill>
                  <a:prstClr val="black"/>
                </a:solidFill>
                <a:latin typeface="ＭＳ ゴシック" panose="020B0609070205080204" pitchFamily="49" charset="-128"/>
                <a:ea typeface="ＭＳ ゴシック" panose="020B0609070205080204" pitchFamily="49" charset="-128"/>
              </a:rPr>
              <a:t>ICS</a:t>
            </a:r>
            <a:r>
              <a:rPr kumimoji="1" lang="ja-JP" altLang="en-US" sz="1050" dirty="0">
                <a:solidFill>
                  <a:prstClr val="black"/>
                </a:solidFill>
                <a:latin typeface="ＭＳ ゴシック" panose="020B0609070205080204" pitchFamily="49" charset="-128"/>
                <a:ea typeface="ＭＳ ゴシック" panose="020B0609070205080204" pitchFamily="49" charset="-128"/>
              </a:rPr>
              <a:t>長現場指導</a:t>
            </a:r>
            <a:endParaRPr kumimoji="1" lang="ja-JP" altLang="en-US" sz="105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4" name="正方形/長方形 63">
            <a:extLst>
              <a:ext uri="{FF2B5EF4-FFF2-40B4-BE49-F238E27FC236}">
                <a16:creationId xmlns:a16="http://schemas.microsoft.com/office/drawing/2014/main" id="{11220844-1997-4184-B048-6058826361DC}"/>
              </a:ext>
            </a:extLst>
          </p:cNvPr>
          <p:cNvSpPr/>
          <p:nvPr/>
        </p:nvSpPr>
        <p:spPr>
          <a:xfrm>
            <a:off x="8940667" y="5136892"/>
            <a:ext cx="640301"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84" name="正方形/長方形 83">
            <a:extLst>
              <a:ext uri="{FF2B5EF4-FFF2-40B4-BE49-F238E27FC236}">
                <a16:creationId xmlns:a16="http://schemas.microsoft.com/office/drawing/2014/main" id="{16F3600A-7806-47D7-A2BE-5E92C1EDE99D}"/>
              </a:ext>
            </a:extLst>
          </p:cNvPr>
          <p:cNvSpPr/>
          <p:nvPr/>
        </p:nvSpPr>
        <p:spPr>
          <a:xfrm>
            <a:off x="8252986" y="5134865"/>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85" name="正方形/長方形 84">
            <a:extLst>
              <a:ext uri="{FF2B5EF4-FFF2-40B4-BE49-F238E27FC236}">
                <a16:creationId xmlns:a16="http://schemas.microsoft.com/office/drawing/2014/main" id="{D195979B-BB6C-46D6-B301-F66D139FE7A4}"/>
              </a:ext>
            </a:extLst>
          </p:cNvPr>
          <p:cNvSpPr/>
          <p:nvPr/>
        </p:nvSpPr>
        <p:spPr>
          <a:xfrm>
            <a:off x="9633203" y="5134865"/>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92" name="正方形/長方形 91">
            <a:extLst>
              <a:ext uri="{FF2B5EF4-FFF2-40B4-BE49-F238E27FC236}">
                <a16:creationId xmlns:a16="http://schemas.microsoft.com/office/drawing/2014/main" id="{741786C5-63B7-4593-BA0F-FC9F8BD5B263}"/>
              </a:ext>
            </a:extLst>
          </p:cNvPr>
          <p:cNvSpPr/>
          <p:nvPr/>
        </p:nvSpPr>
        <p:spPr>
          <a:xfrm>
            <a:off x="6660851" y="5134865"/>
            <a:ext cx="62147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93" name="正方形/長方形 92">
            <a:extLst>
              <a:ext uri="{FF2B5EF4-FFF2-40B4-BE49-F238E27FC236}">
                <a16:creationId xmlns:a16="http://schemas.microsoft.com/office/drawing/2014/main" id="{47B9D540-004C-4038-B626-7CE6B8401A6F}"/>
              </a:ext>
            </a:extLst>
          </p:cNvPr>
          <p:cNvSpPr/>
          <p:nvPr/>
        </p:nvSpPr>
        <p:spPr>
          <a:xfrm>
            <a:off x="7359823" y="5136892"/>
            <a:ext cx="612538"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94" name="正方形/長方形 93">
            <a:extLst>
              <a:ext uri="{FF2B5EF4-FFF2-40B4-BE49-F238E27FC236}">
                <a16:creationId xmlns:a16="http://schemas.microsoft.com/office/drawing/2014/main" id="{4BCEC3AE-B666-48D6-BE3B-6C66C94E2B2A}"/>
              </a:ext>
            </a:extLst>
          </p:cNvPr>
          <p:cNvSpPr/>
          <p:nvPr/>
        </p:nvSpPr>
        <p:spPr>
          <a:xfrm>
            <a:off x="5998506" y="5134865"/>
            <a:ext cx="621472"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95" name="正方形/長方形 94">
            <a:extLst>
              <a:ext uri="{FF2B5EF4-FFF2-40B4-BE49-F238E27FC236}">
                <a16:creationId xmlns:a16="http://schemas.microsoft.com/office/drawing/2014/main" id="{C1AC0DF7-7D57-4784-80F9-565FEEDDD613}"/>
              </a:ext>
            </a:extLst>
          </p:cNvPr>
          <p:cNvSpPr/>
          <p:nvPr/>
        </p:nvSpPr>
        <p:spPr>
          <a:xfrm>
            <a:off x="7989343" y="4544533"/>
            <a:ext cx="196995" cy="1712351"/>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仮説見直し</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47" name="正方形/長方形 46">
            <a:extLst>
              <a:ext uri="{FF2B5EF4-FFF2-40B4-BE49-F238E27FC236}">
                <a16:creationId xmlns:a16="http://schemas.microsoft.com/office/drawing/2014/main" id="{CB98C6DE-1D3C-48FE-A84E-38DD1F5D9CA9}"/>
              </a:ext>
            </a:extLst>
          </p:cNvPr>
          <p:cNvSpPr/>
          <p:nvPr/>
        </p:nvSpPr>
        <p:spPr>
          <a:xfrm>
            <a:off x="4176958" y="5134865"/>
            <a:ext cx="8430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a:t>
            </a:r>
            <a:endParaRPr kumimoji="1" lang="en-US" altLang="ja-JP" sz="1200" b="1" dirty="0">
              <a:solidFill>
                <a:prstClr val="black"/>
              </a:solidFill>
              <a:latin typeface="ＭＳ ゴシック" panose="020B0609070205080204" pitchFamily="49" charset="-128"/>
              <a:ea typeface="ＭＳ ゴシック" panose="020B0609070205080204" pitchFamily="49" charset="-128"/>
            </a:endParaRPr>
          </a:p>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48" name="正方形/長方形 47">
            <a:extLst>
              <a:ext uri="{FF2B5EF4-FFF2-40B4-BE49-F238E27FC236}">
                <a16:creationId xmlns:a16="http://schemas.microsoft.com/office/drawing/2014/main" id="{5CF5F390-6BA7-409B-A300-5859FB5D1D22}"/>
              </a:ext>
            </a:extLst>
          </p:cNvPr>
          <p:cNvSpPr/>
          <p:nvPr/>
        </p:nvSpPr>
        <p:spPr>
          <a:xfrm>
            <a:off x="4169384" y="5736240"/>
            <a:ext cx="843096"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a:t>
            </a:r>
            <a:endParaRPr kumimoji="1" lang="en-US" altLang="ja-JP" sz="1200" b="1" dirty="0">
              <a:solidFill>
                <a:prstClr val="black"/>
              </a:solidFill>
              <a:latin typeface="ＭＳ ゴシック" panose="020B0609070205080204" pitchFamily="49" charset="-128"/>
              <a:ea typeface="ＭＳ ゴシック" panose="020B0609070205080204" pitchFamily="49" charset="-128"/>
            </a:endParaRPr>
          </a:p>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9" name="正方形/長方形 58">
            <a:extLst>
              <a:ext uri="{FF2B5EF4-FFF2-40B4-BE49-F238E27FC236}">
                <a16:creationId xmlns:a16="http://schemas.microsoft.com/office/drawing/2014/main" id="{051BBAFC-F91A-4350-AC70-F2F1D6B92CA9}"/>
              </a:ext>
            </a:extLst>
          </p:cNvPr>
          <p:cNvSpPr/>
          <p:nvPr/>
        </p:nvSpPr>
        <p:spPr>
          <a:xfrm>
            <a:off x="5983953" y="4534398"/>
            <a:ext cx="62147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0" name="正方形/長方形 59">
            <a:extLst>
              <a:ext uri="{FF2B5EF4-FFF2-40B4-BE49-F238E27FC236}">
                <a16:creationId xmlns:a16="http://schemas.microsoft.com/office/drawing/2014/main" id="{9581F84F-3D88-4FCD-8085-1F3EBAAF6524}"/>
              </a:ext>
            </a:extLst>
          </p:cNvPr>
          <p:cNvSpPr/>
          <p:nvPr/>
        </p:nvSpPr>
        <p:spPr>
          <a:xfrm>
            <a:off x="7339888" y="5759479"/>
            <a:ext cx="62147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3" name="正方形/長方形 62">
            <a:extLst>
              <a:ext uri="{FF2B5EF4-FFF2-40B4-BE49-F238E27FC236}">
                <a16:creationId xmlns:a16="http://schemas.microsoft.com/office/drawing/2014/main" id="{299CEC38-0BF5-4378-BE43-BBF576A3F9C4}"/>
              </a:ext>
            </a:extLst>
          </p:cNvPr>
          <p:cNvSpPr/>
          <p:nvPr/>
        </p:nvSpPr>
        <p:spPr>
          <a:xfrm>
            <a:off x="8259215" y="4540298"/>
            <a:ext cx="62147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5" name="正方形/長方形 64">
            <a:extLst>
              <a:ext uri="{FF2B5EF4-FFF2-40B4-BE49-F238E27FC236}">
                <a16:creationId xmlns:a16="http://schemas.microsoft.com/office/drawing/2014/main" id="{3B96974C-7AFC-47CC-920A-03CAA0F8834D}"/>
              </a:ext>
            </a:extLst>
          </p:cNvPr>
          <p:cNvSpPr/>
          <p:nvPr/>
        </p:nvSpPr>
        <p:spPr>
          <a:xfrm>
            <a:off x="9633203" y="5745510"/>
            <a:ext cx="621472" cy="497818"/>
          </a:xfrm>
          <a:prstGeom prst="rect">
            <a:avLst/>
          </a:prstGeom>
          <a:solidFill>
            <a:schemeClr val="accent1">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914400">
              <a:defRPr/>
            </a:pPr>
            <a:r>
              <a:rPr kumimoji="1" lang="ja-JP" altLang="en-US" sz="1200" b="1" dirty="0">
                <a:solidFill>
                  <a:prstClr val="black"/>
                </a:solidFill>
                <a:latin typeface="ＭＳ ゴシック" panose="020B0609070205080204" pitchFamily="49" charset="-128"/>
                <a:ea typeface="ＭＳ ゴシック" panose="020B0609070205080204" pitchFamily="49" charset="-128"/>
              </a:rPr>
              <a:t>ジャーナル調査</a:t>
            </a:r>
            <a:endParaRPr kumimoji="1" lang="en-US" altLang="ja-JP" sz="12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8" name="正方形/長方形 67">
            <a:extLst>
              <a:ext uri="{FF2B5EF4-FFF2-40B4-BE49-F238E27FC236}">
                <a16:creationId xmlns:a16="http://schemas.microsoft.com/office/drawing/2014/main" id="{19CF086C-9362-4CB7-A179-2C20505947A9}"/>
              </a:ext>
            </a:extLst>
          </p:cNvPr>
          <p:cNvSpPr/>
          <p:nvPr/>
        </p:nvSpPr>
        <p:spPr>
          <a:xfrm>
            <a:off x="10299123" y="4494001"/>
            <a:ext cx="196995" cy="1712351"/>
          </a:xfrm>
          <a:prstGeom prst="rect">
            <a:avLst/>
          </a:prstGeom>
          <a:solidFill>
            <a:schemeClr val="bg1">
              <a:lumMod val="8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rPr>
              <a:t>撤収準備</a:t>
            </a:r>
            <a:endParaRPr kumimoji="1" lang="en-US" altLang="ja-JP" sz="1600"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69" name="正方形/長方形 68">
            <a:extLst>
              <a:ext uri="{FF2B5EF4-FFF2-40B4-BE49-F238E27FC236}">
                <a16:creationId xmlns:a16="http://schemas.microsoft.com/office/drawing/2014/main" id="{02D725BA-0EF2-49D8-9783-B4266035CEA5}"/>
              </a:ext>
            </a:extLst>
          </p:cNvPr>
          <p:cNvSpPr/>
          <p:nvPr/>
        </p:nvSpPr>
        <p:spPr>
          <a:xfrm>
            <a:off x="7329121" y="4526247"/>
            <a:ext cx="621472"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70" name="正方形/長方形 69">
            <a:extLst>
              <a:ext uri="{FF2B5EF4-FFF2-40B4-BE49-F238E27FC236}">
                <a16:creationId xmlns:a16="http://schemas.microsoft.com/office/drawing/2014/main" id="{BD091D3A-A490-48D3-8250-E1228CD267CF}"/>
              </a:ext>
            </a:extLst>
          </p:cNvPr>
          <p:cNvSpPr/>
          <p:nvPr/>
        </p:nvSpPr>
        <p:spPr>
          <a:xfrm>
            <a:off x="6659759" y="5751683"/>
            <a:ext cx="621472"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NW1</a:t>
            </a:r>
          </a:p>
        </p:txBody>
      </p:sp>
      <p:sp>
        <p:nvSpPr>
          <p:cNvPr id="71" name="正方形/長方形 70">
            <a:extLst>
              <a:ext uri="{FF2B5EF4-FFF2-40B4-BE49-F238E27FC236}">
                <a16:creationId xmlns:a16="http://schemas.microsoft.com/office/drawing/2014/main" id="{C3F2379D-23C6-4C8E-A85B-612AB9DE6A4E}"/>
              </a:ext>
            </a:extLst>
          </p:cNvPr>
          <p:cNvSpPr/>
          <p:nvPr/>
        </p:nvSpPr>
        <p:spPr>
          <a:xfrm>
            <a:off x="5985170" y="5763178"/>
            <a:ext cx="612538"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72" name="正方形/長方形 71">
            <a:extLst>
              <a:ext uri="{FF2B5EF4-FFF2-40B4-BE49-F238E27FC236}">
                <a16:creationId xmlns:a16="http://schemas.microsoft.com/office/drawing/2014/main" id="{61FB54DE-1972-4CCB-A7DB-82475D4A7833}"/>
              </a:ext>
            </a:extLst>
          </p:cNvPr>
          <p:cNvSpPr/>
          <p:nvPr/>
        </p:nvSpPr>
        <p:spPr>
          <a:xfrm>
            <a:off x="6659759" y="4540298"/>
            <a:ext cx="612538"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NW2</a:t>
            </a:r>
          </a:p>
        </p:txBody>
      </p:sp>
      <p:sp>
        <p:nvSpPr>
          <p:cNvPr id="73" name="正方形/長方形 72">
            <a:extLst>
              <a:ext uri="{FF2B5EF4-FFF2-40B4-BE49-F238E27FC236}">
                <a16:creationId xmlns:a16="http://schemas.microsoft.com/office/drawing/2014/main" id="{DCF79AEF-55DA-441B-B46B-BBAF8CCE66D5}"/>
              </a:ext>
            </a:extLst>
          </p:cNvPr>
          <p:cNvSpPr/>
          <p:nvPr/>
        </p:nvSpPr>
        <p:spPr>
          <a:xfrm>
            <a:off x="9620072" y="4556232"/>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74" name="正方形/長方形 73">
            <a:extLst>
              <a:ext uri="{FF2B5EF4-FFF2-40B4-BE49-F238E27FC236}">
                <a16:creationId xmlns:a16="http://schemas.microsoft.com/office/drawing/2014/main" id="{54B9EFF3-CAF1-4E2A-9777-C4D17908E4C9}"/>
              </a:ext>
            </a:extLst>
          </p:cNvPr>
          <p:cNvSpPr/>
          <p:nvPr/>
        </p:nvSpPr>
        <p:spPr>
          <a:xfrm>
            <a:off x="8922580" y="5751683"/>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HOST1</a:t>
            </a:r>
          </a:p>
        </p:txBody>
      </p:sp>
      <p:sp>
        <p:nvSpPr>
          <p:cNvPr id="75" name="正方形/長方形 74">
            <a:extLst>
              <a:ext uri="{FF2B5EF4-FFF2-40B4-BE49-F238E27FC236}">
                <a16:creationId xmlns:a16="http://schemas.microsoft.com/office/drawing/2014/main" id="{975B4661-0003-4814-943D-899BD52B4EC2}"/>
              </a:ext>
            </a:extLst>
          </p:cNvPr>
          <p:cNvSpPr/>
          <p:nvPr/>
        </p:nvSpPr>
        <p:spPr>
          <a:xfrm>
            <a:off x="8251140" y="5752215"/>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76" name="正方形/長方形 75">
            <a:extLst>
              <a:ext uri="{FF2B5EF4-FFF2-40B4-BE49-F238E27FC236}">
                <a16:creationId xmlns:a16="http://schemas.microsoft.com/office/drawing/2014/main" id="{07468DBD-A2F4-442F-B2B8-3F27D6BD8361}"/>
              </a:ext>
            </a:extLst>
          </p:cNvPr>
          <p:cNvSpPr/>
          <p:nvPr/>
        </p:nvSpPr>
        <p:spPr>
          <a:xfrm>
            <a:off x="8915402" y="4544326"/>
            <a:ext cx="640301" cy="497818"/>
          </a:xfrm>
          <a:prstGeom prst="rect">
            <a:avLst/>
          </a:prstGeom>
          <a:solidFill>
            <a:schemeClr val="accent6">
              <a:lumMod val="40000"/>
              <a:lumOff val="60000"/>
            </a:schemeClr>
          </a:solidFill>
          <a:ln>
            <a:solidFill>
              <a:schemeClr val="tx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dirty="0">
                <a:solidFill>
                  <a:prstClr val="black"/>
                </a:solidFill>
                <a:latin typeface="ＭＳ ゴシック" panose="020B0609070205080204" pitchFamily="49" charset="-128"/>
                <a:ea typeface="ＭＳ ゴシック" panose="020B0609070205080204" pitchFamily="49" charset="-128"/>
              </a:rPr>
              <a:t>HOST2</a:t>
            </a:r>
          </a:p>
        </p:txBody>
      </p:sp>
      <p:sp>
        <p:nvSpPr>
          <p:cNvPr id="77" name="テキスト ボックス 76">
            <a:extLst>
              <a:ext uri="{FF2B5EF4-FFF2-40B4-BE49-F238E27FC236}">
                <a16:creationId xmlns:a16="http://schemas.microsoft.com/office/drawing/2014/main" id="{8FC8BBBF-1DDF-4850-A55A-F23D3ED9DDD8}"/>
              </a:ext>
            </a:extLst>
          </p:cNvPr>
          <p:cNvSpPr txBox="1"/>
          <p:nvPr/>
        </p:nvSpPr>
        <p:spPr>
          <a:xfrm>
            <a:off x="844830" y="533525"/>
            <a:ext cx="1723549" cy="707886"/>
          </a:xfrm>
          <a:prstGeom prst="rect">
            <a:avLst/>
          </a:prstGeom>
          <a:solidFill>
            <a:schemeClr val="bg1"/>
          </a:solidFill>
        </p:spPr>
        <p:txBody>
          <a:bodyPr wrap="none" rtlCol="0">
            <a:spAutoFit/>
          </a:bodyPr>
          <a:lstStyle/>
          <a:p>
            <a:r>
              <a:rPr kumimoji="1" lang="ja-JP" altLang="en-US" sz="4000" dirty="0">
                <a:solidFill>
                  <a:srgbClr val="FF0000"/>
                </a:solidFill>
              </a:rPr>
              <a:t>追加分</a:t>
            </a:r>
          </a:p>
        </p:txBody>
      </p:sp>
    </p:spTree>
    <p:extLst>
      <p:ext uri="{BB962C8B-B14F-4D97-AF65-F5344CB8AC3E}">
        <p14:creationId xmlns:p14="http://schemas.microsoft.com/office/powerpoint/2010/main" val="399753802"/>
      </p:ext>
    </p:extLst>
  </p:cSld>
  <p:clrMapOvr>
    <a:masterClrMapping/>
  </p:clrMapOvr>
</p:sld>
</file>

<file path=ppt/theme/theme1.xml><?xml version="1.0" encoding="utf-8"?>
<a:theme xmlns:a="http://schemas.openxmlformats.org/drawingml/2006/main" name="1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headEnd type="none" w="med" len="med"/>
          <a:tailEnd type="arrow" w="med" len="med"/>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3_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ユーザー定義 1">
      <a:majorFont>
        <a:latin typeface="ＭＳ ゴシック"/>
        <a:ea typeface="ＭＳ ゴシック"/>
        <a:cs typeface=""/>
      </a:majorFont>
      <a:minorFont>
        <a:latin typeface="ＭＳ ゴシック"/>
        <a:ea typeface="ＭＳ 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デザインの設定">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lstStyle>
        <a:defPPr algn="l">
          <a:defRPr kumimoji="1" sz="12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none" rtlCol="0">
        <a:spAutoFit/>
      </a:bodyPr>
      <a:lstStyle>
        <a:defPPr algn="l">
          <a:defRPr kumimoji="1" sz="105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5049</TotalTime>
  <Words>1066</Words>
  <Application>Microsoft Office PowerPoint</Application>
  <PresentationFormat>ワイド画面</PresentationFormat>
  <Paragraphs>406</Paragraphs>
  <Slides>11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8</vt:i4>
      </vt:variant>
      <vt:variant>
        <vt:lpstr>スライド タイトル</vt:lpstr>
      </vt:variant>
      <vt:variant>
        <vt:i4>11</vt:i4>
      </vt:variant>
    </vt:vector>
  </HeadingPairs>
  <TitlesOfParts>
    <vt:vector size="26" baseType="lpstr">
      <vt:lpstr>HGｺﾞｼｯｸM</vt:lpstr>
      <vt:lpstr>ＭＳ Ｐゴシック</vt:lpstr>
      <vt:lpstr>ＭＳ ゴシック</vt:lpstr>
      <vt:lpstr>游ゴシック</vt:lpstr>
      <vt:lpstr>Arial</vt:lpstr>
      <vt:lpstr>Arial Black</vt:lpstr>
      <vt:lpstr>Century</vt:lpstr>
      <vt:lpstr>1_デザインの設定</vt:lpstr>
      <vt:lpstr>デザインの設定</vt:lpstr>
      <vt:lpstr>2_デザインの設定</vt:lpstr>
      <vt:lpstr>3_デザインの設定</vt:lpstr>
      <vt:lpstr>4_デザインの設定</vt:lpstr>
      <vt:lpstr>5_デザインの設定</vt:lpstr>
      <vt:lpstr>3_Office テーマ</vt:lpstr>
      <vt:lpstr>6_デザインの設定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A1253250</dc:creator>
  <cp:lastModifiedBy>A1251715</cp:lastModifiedBy>
  <cp:revision>317</cp:revision>
  <cp:lastPrinted>2025-09-22T07:38:57Z</cp:lastPrinted>
  <dcterms:created xsi:type="dcterms:W3CDTF">2025-07-06T05:53:21Z</dcterms:created>
  <dcterms:modified xsi:type="dcterms:W3CDTF">2026-02-10T08:24:04Z</dcterms:modified>
</cp:coreProperties>
</file>